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56" r:id="rId2"/>
    <p:sldId id="260" r:id="rId3"/>
    <p:sldId id="273" r:id="rId4"/>
    <p:sldId id="266" r:id="rId5"/>
    <p:sldId id="267" r:id="rId6"/>
    <p:sldId id="259" r:id="rId7"/>
    <p:sldId id="262" r:id="rId8"/>
    <p:sldId id="263" r:id="rId9"/>
    <p:sldId id="274" r:id="rId10"/>
    <p:sldId id="275" r:id="rId11"/>
    <p:sldId id="276" r:id="rId12"/>
    <p:sldId id="261" r:id="rId13"/>
    <p:sldId id="278" r:id="rId14"/>
    <p:sldId id="264" r:id="rId15"/>
    <p:sldId id="265" r:id="rId16"/>
    <p:sldId id="277" r:id="rId17"/>
    <p:sldId id="268" r:id="rId18"/>
    <p:sldId id="270" r:id="rId19"/>
    <p:sldId id="269" r:id="rId20"/>
    <p:sldId id="280" r:id="rId21"/>
    <p:sldId id="271" r:id="rId22"/>
    <p:sldId id="279" r:id="rId23"/>
    <p:sldId id="281" r:id="rId24"/>
    <p:sldId id="272" r:id="rId25"/>
    <p:sldId id="25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een Singh" userId="6daf11db-8a8e-4669-8f9d-4d2596173bbf" providerId="ADAL" clId="{993845D0-AADC-4824-8E7A-B9F3D2BED7AE}"/>
    <pc:docChg chg="custSel modSld">
      <pc:chgData name="Alveen Singh" userId="6daf11db-8a8e-4669-8f9d-4d2596173bbf" providerId="ADAL" clId="{993845D0-AADC-4824-8E7A-B9F3D2BED7AE}" dt="2023-03-16T10:12:58.918" v="634" actId="27636"/>
      <pc:docMkLst>
        <pc:docMk/>
      </pc:docMkLst>
      <pc:sldChg chg="modSp">
        <pc:chgData name="Alveen Singh" userId="6daf11db-8a8e-4669-8f9d-4d2596173bbf" providerId="ADAL" clId="{993845D0-AADC-4824-8E7A-B9F3D2BED7AE}" dt="2023-03-16T10:07:11.538" v="265" actId="20577"/>
        <pc:sldMkLst>
          <pc:docMk/>
          <pc:sldMk cId="721056209" sldId="264"/>
        </pc:sldMkLst>
        <pc:spChg chg="mod">
          <ac:chgData name="Alveen Singh" userId="6daf11db-8a8e-4669-8f9d-4d2596173bbf" providerId="ADAL" clId="{993845D0-AADC-4824-8E7A-B9F3D2BED7AE}" dt="2023-03-16T10:07:11.538" v="265" actId="20577"/>
          <ac:spMkLst>
            <pc:docMk/>
            <pc:sldMk cId="721056209" sldId="264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993845D0-AADC-4824-8E7A-B9F3D2BED7AE}" dt="2023-03-16T10:12:58.918" v="634" actId="27636"/>
        <pc:sldMkLst>
          <pc:docMk/>
          <pc:sldMk cId="1482729974" sldId="265"/>
        </pc:sldMkLst>
        <pc:spChg chg="mod">
          <ac:chgData name="Alveen Singh" userId="6daf11db-8a8e-4669-8f9d-4d2596173bbf" providerId="ADAL" clId="{993845D0-AADC-4824-8E7A-B9F3D2BED7AE}" dt="2023-03-16T10:12:58.918" v="634" actId="27636"/>
          <ac:spMkLst>
            <pc:docMk/>
            <pc:sldMk cId="1482729974" sldId="265"/>
            <ac:spMk id="3" creationId="{00000000-0000-0000-0000-000000000000}"/>
          </ac:spMkLst>
        </pc:spChg>
      </pc:sldChg>
    </pc:docChg>
  </pc:docChgLst>
  <pc:docChgLst>
    <pc:chgData name="Alveen Singh" userId="6daf11db-8a8e-4669-8f9d-4d2596173bbf" providerId="ADAL" clId="{E6D2F999-C826-498B-8670-F0C0736642AC}"/>
    <pc:docChg chg="custSel addSld modSld">
      <pc:chgData name="Alveen Singh" userId="6daf11db-8a8e-4669-8f9d-4d2596173bbf" providerId="ADAL" clId="{E6D2F999-C826-498B-8670-F0C0736642AC}" dt="2023-03-16T05:55:56.895" v="2090" actId="403"/>
      <pc:docMkLst>
        <pc:docMk/>
      </pc:docMkLst>
      <pc:sldChg chg="modSp">
        <pc:chgData name="Alveen Singh" userId="6daf11db-8a8e-4669-8f9d-4d2596173bbf" providerId="ADAL" clId="{E6D2F999-C826-498B-8670-F0C0736642AC}" dt="2023-03-16T05:38:48.067" v="1487" actId="20577"/>
        <pc:sldMkLst>
          <pc:docMk/>
          <pc:sldMk cId="2334617872" sldId="256"/>
        </pc:sldMkLst>
        <pc:spChg chg="mod">
          <ac:chgData name="Alveen Singh" userId="6daf11db-8a8e-4669-8f9d-4d2596173bbf" providerId="ADAL" clId="{E6D2F999-C826-498B-8670-F0C0736642AC}" dt="2023-03-16T05:38:48.067" v="1487" actId="20577"/>
          <ac:spMkLst>
            <pc:docMk/>
            <pc:sldMk cId="2334617872" sldId="256"/>
            <ac:spMk id="2" creationId="{00000000-0000-0000-0000-000000000000}"/>
          </ac:spMkLst>
        </pc:spChg>
        <pc:spChg chg="mod">
          <ac:chgData name="Alveen Singh" userId="6daf11db-8a8e-4669-8f9d-4d2596173bbf" providerId="ADAL" clId="{E6D2F999-C826-498B-8670-F0C0736642AC}" dt="2023-03-14T13:29:35.755" v="31" actId="20577"/>
          <ac:spMkLst>
            <pc:docMk/>
            <pc:sldMk cId="2334617872" sldId="256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E6D2F999-C826-498B-8670-F0C0736642AC}" dt="2023-03-14T13:30:25.888" v="32" actId="122"/>
        <pc:sldMkLst>
          <pc:docMk/>
          <pc:sldMk cId="3802726019" sldId="259"/>
        </pc:sldMkLst>
        <pc:spChg chg="mod">
          <ac:chgData name="Alveen Singh" userId="6daf11db-8a8e-4669-8f9d-4d2596173bbf" providerId="ADAL" clId="{E6D2F999-C826-498B-8670-F0C0736642AC}" dt="2023-03-14T13:30:25.888" v="32" actId="122"/>
          <ac:spMkLst>
            <pc:docMk/>
            <pc:sldMk cId="3802726019" sldId="259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E6D2F999-C826-498B-8670-F0C0736642AC}" dt="2023-03-16T05:39:10.227" v="1500" actId="20577"/>
        <pc:sldMkLst>
          <pc:docMk/>
          <pc:sldMk cId="3816564560" sldId="260"/>
        </pc:sldMkLst>
        <pc:spChg chg="mod">
          <ac:chgData name="Alveen Singh" userId="6daf11db-8a8e-4669-8f9d-4d2596173bbf" providerId="ADAL" clId="{E6D2F999-C826-498B-8670-F0C0736642AC}" dt="2023-03-16T05:39:10.227" v="1500" actId="20577"/>
          <ac:spMkLst>
            <pc:docMk/>
            <pc:sldMk cId="3816564560" sldId="260"/>
            <ac:spMk id="3" creationId="{00000000-0000-0000-0000-000000000000}"/>
          </ac:spMkLst>
        </pc:spChg>
        <pc:spChg chg="mod">
          <ac:chgData name="Alveen Singh" userId="6daf11db-8a8e-4669-8f9d-4d2596173bbf" providerId="ADAL" clId="{E6D2F999-C826-498B-8670-F0C0736642AC}" dt="2023-03-14T13:31:39.212" v="40" actId="20577"/>
          <ac:spMkLst>
            <pc:docMk/>
            <pc:sldMk cId="3816564560" sldId="260"/>
            <ac:spMk id="4" creationId="{00000000-0000-0000-0000-000000000000}"/>
          </ac:spMkLst>
        </pc:spChg>
      </pc:sldChg>
      <pc:sldChg chg="modSp">
        <pc:chgData name="Alveen Singh" userId="6daf11db-8a8e-4669-8f9d-4d2596173bbf" providerId="ADAL" clId="{E6D2F999-C826-498B-8670-F0C0736642AC}" dt="2023-03-16T05:45:55.015" v="1975" actId="207"/>
        <pc:sldMkLst>
          <pc:docMk/>
          <pc:sldMk cId="941213968" sldId="269"/>
        </pc:sldMkLst>
        <pc:spChg chg="mod">
          <ac:chgData name="Alveen Singh" userId="6daf11db-8a8e-4669-8f9d-4d2596173bbf" providerId="ADAL" clId="{E6D2F999-C826-498B-8670-F0C0736642AC}" dt="2023-03-16T05:45:55.015" v="1975" actId="207"/>
          <ac:spMkLst>
            <pc:docMk/>
            <pc:sldMk cId="941213968" sldId="269"/>
            <ac:spMk id="3" creationId="{00000000-0000-0000-0000-000000000000}"/>
          </ac:spMkLst>
        </pc:spChg>
        <pc:spChg chg="mod">
          <ac:chgData name="Alveen Singh" userId="6daf11db-8a8e-4669-8f9d-4d2596173bbf" providerId="ADAL" clId="{E6D2F999-C826-498B-8670-F0C0736642AC}" dt="2023-03-16T05:41:55.431" v="1716" actId="1076"/>
          <ac:spMkLst>
            <pc:docMk/>
            <pc:sldMk cId="941213968" sldId="269"/>
            <ac:spMk id="6" creationId="{00000000-0000-0000-0000-000000000000}"/>
          </ac:spMkLst>
        </pc:spChg>
        <pc:picChg chg="mod">
          <ac:chgData name="Alveen Singh" userId="6daf11db-8a8e-4669-8f9d-4d2596173bbf" providerId="ADAL" clId="{E6D2F999-C826-498B-8670-F0C0736642AC}" dt="2023-03-16T05:42:02.762" v="1718" actId="1076"/>
          <ac:picMkLst>
            <pc:docMk/>
            <pc:sldMk cId="941213968" sldId="269"/>
            <ac:picMk id="2" creationId="{00000000-0000-0000-0000-000000000000}"/>
          </ac:picMkLst>
        </pc:picChg>
      </pc:sldChg>
      <pc:sldChg chg="modSp">
        <pc:chgData name="Alveen Singh" userId="6daf11db-8a8e-4669-8f9d-4d2596173bbf" providerId="ADAL" clId="{E6D2F999-C826-498B-8670-F0C0736642AC}" dt="2023-03-16T05:41:39.524" v="1715" actId="404"/>
        <pc:sldMkLst>
          <pc:docMk/>
          <pc:sldMk cId="2316497089" sldId="271"/>
        </pc:sldMkLst>
        <pc:spChg chg="mod">
          <ac:chgData name="Alveen Singh" userId="6daf11db-8a8e-4669-8f9d-4d2596173bbf" providerId="ADAL" clId="{E6D2F999-C826-498B-8670-F0C0736642AC}" dt="2023-03-16T05:41:39.524" v="1715" actId="404"/>
          <ac:spMkLst>
            <pc:docMk/>
            <pc:sldMk cId="2316497089" sldId="271"/>
            <ac:spMk id="3" creationId="{00000000-0000-0000-0000-000000000000}"/>
          </ac:spMkLst>
        </pc:spChg>
      </pc:sldChg>
      <pc:sldChg chg="modSp">
        <pc:chgData name="Alveen Singh" userId="6daf11db-8a8e-4669-8f9d-4d2596173bbf" providerId="ADAL" clId="{E6D2F999-C826-498B-8670-F0C0736642AC}" dt="2023-03-16T05:40:43.295" v="1674" actId="207"/>
        <pc:sldMkLst>
          <pc:docMk/>
          <pc:sldMk cId="2653519740" sldId="272"/>
        </pc:sldMkLst>
        <pc:spChg chg="mod">
          <ac:chgData name="Alveen Singh" userId="6daf11db-8a8e-4669-8f9d-4d2596173bbf" providerId="ADAL" clId="{E6D2F999-C826-498B-8670-F0C0736642AC}" dt="2023-03-16T05:40:43.295" v="1674" actId="207"/>
          <ac:spMkLst>
            <pc:docMk/>
            <pc:sldMk cId="2653519740" sldId="272"/>
            <ac:spMk id="3" creationId="{00000000-0000-0000-0000-000000000000}"/>
          </ac:spMkLst>
        </pc:spChg>
      </pc:sldChg>
      <pc:sldChg chg="addSp modSp add">
        <pc:chgData name="Alveen Singh" userId="6daf11db-8a8e-4669-8f9d-4d2596173bbf" providerId="ADAL" clId="{E6D2F999-C826-498B-8670-F0C0736642AC}" dt="2023-03-14T13:42:35.879" v="265" actId="113"/>
        <pc:sldMkLst>
          <pc:docMk/>
          <pc:sldMk cId="2839012415" sldId="275"/>
        </pc:sldMkLst>
        <pc:spChg chg="add mod">
          <ac:chgData name="Alveen Singh" userId="6daf11db-8a8e-4669-8f9d-4d2596173bbf" providerId="ADAL" clId="{E6D2F999-C826-498B-8670-F0C0736642AC}" dt="2023-03-14T13:42:14.342" v="262" actId="20577"/>
          <ac:spMkLst>
            <pc:docMk/>
            <pc:sldMk cId="2839012415" sldId="275"/>
            <ac:spMk id="4" creationId="{84779B27-47D3-4FC0-B68D-A123D59E3D1F}"/>
          </ac:spMkLst>
        </pc:spChg>
        <pc:spChg chg="add mod">
          <ac:chgData name="Alveen Singh" userId="6daf11db-8a8e-4669-8f9d-4d2596173bbf" providerId="ADAL" clId="{E6D2F999-C826-498B-8670-F0C0736642AC}" dt="2023-03-14T13:42:35.879" v="265" actId="113"/>
          <ac:spMkLst>
            <pc:docMk/>
            <pc:sldMk cId="2839012415" sldId="275"/>
            <ac:spMk id="5" creationId="{8C850B42-8583-4BD5-B42D-2612531AF077}"/>
          </ac:spMkLst>
        </pc:spChg>
      </pc:sldChg>
      <pc:sldChg chg="addSp delSp modSp add">
        <pc:chgData name="Alveen Singh" userId="6daf11db-8a8e-4669-8f9d-4d2596173bbf" providerId="ADAL" clId="{E6D2F999-C826-498B-8670-F0C0736642AC}" dt="2023-03-14T13:45:52.975" v="550" actId="20577"/>
        <pc:sldMkLst>
          <pc:docMk/>
          <pc:sldMk cId="3823807697" sldId="276"/>
        </pc:sldMkLst>
        <pc:spChg chg="del">
          <ac:chgData name="Alveen Singh" userId="6daf11db-8a8e-4669-8f9d-4d2596173bbf" providerId="ADAL" clId="{E6D2F999-C826-498B-8670-F0C0736642AC}" dt="2023-03-14T13:42:58.032" v="267" actId="478"/>
          <ac:spMkLst>
            <pc:docMk/>
            <pc:sldMk cId="3823807697" sldId="276"/>
            <ac:spMk id="4" creationId="{84779B27-47D3-4FC0-B68D-A123D59E3D1F}"/>
          </ac:spMkLst>
        </pc:spChg>
        <pc:spChg chg="mod">
          <ac:chgData name="Alveen Singh" userId="6daf11db-8a8e-4669-8f9d-4d2596173bbf" providerId="ADAL" clId="{E6D2F999-C826-498B-8670-F0C0736642AC}" dt="2023-03-14T13:45:52.975" v="550" actId="20577"/>
          <ac:spMkLst>
            <pc:docMk/>
            <pc:sldMk cId="3823807697" sldId="276"/>
            <ac:spMk id="5" creationId="{8C850B42-8583-4BD5-B42D-2612531AF077}"/>
          </ac:spMkLst>
        </pc:spChg>
        <pc:spChg chg="add del mod">
          <ac:chgData name="Alveen Singh" userId="6daf11db-8a8e-4669-8f9d-4d2596173bbf" providerId="ADAL" clId="{E6D2F999-C826-498B-8670-F0C0736642AC}" dt="2023-03-14T13:43:00.397" v="268" actId="478"/>
          <ac:spMkLst>
            <pc:docMk/>
            <pc:sldMk cId="3823807697" sldId="276"/>
            <ac:spMk id="7" creationId="{85A813AB-EA71-4BB2-BF34-4FCA8E695830}"/>
          </ac:spMkLst>
        </pc:spChg>
      </pc:sldChg>
      <pc:sldChg chg="modSp add">
        <pc:chgData name="Alveen Singh" userId="6daf11db-8a8e-4669-8f9d-4d2596173bbf" providerId="ADAL" clId="{E6D2F999-C826-498B-8670-F0C0736642AC}" dt="2023-03-15T16:04:07.041" v="989" actId="20577"/>
        <pc:sldMkLst>
          <pc:docMk/>
          <pc:sldMk cId="3574925004" sldId="277"/>
        </pc:sldMkLst>
        <pc:spChg chg="mod">
          <ac:chgData name="Alveen Singh" userId="6daf11db-8a8e-4669-8f9d-4d2596173bbf" providerId="ADAL" clId="{E6D2F999-C826-498B-8670-F0C0736642AC}" dt="2023-03-15T16:04:07.041" v="989" actId="20577"/>
          <ac:spMkLst>
            <pc:docMk/>
            <pc:sldMk cId="3574925004" sldId="277"/>
            <ac:spMk id="5" creationId="{8C850B42-8583-4BD5-B42D-2612531AF077}"/>
          </ac:spMkLst>
        </pc:spChg>
      </pc:sldChg>
      <pc:sldChg chg="delSp modSp add">
        <pc:chgData name="Alveen Singh" userId="6daf11db-8a8e-4669-8f9d-4d2596173bbf" providerId="ADAL" clId="{E6D2F999-C826-498B-8670-F0C0736642AC}" dt="2023-03-15T16:10:52.612" v="1367" actId="14100"/>
        <pc:sldMkLst>
          <pc:docMk/>
          <pc:sldMk cId="811772460" sldId="278"/>
        </pc:sldMkLst>
        <pc:spChg chg="del">
          <ac:chgData name="Alveen Singh" userId="6daf11db-8a8e-4669-8f9d-4d2596173bbf" providerId="ADAL" clId="{E6D2F999-C826-498B-8670-F0C0736642AC}" dt="2023-03-15T16:10:41.203" v="1365" actId="478"/>
          <ac:spMkLst>
            <pc:docMk/>
            <pc:sldMk cId="811772460" sldId="278"/>
            <ac:spMk id="2" creationId="{A6BAAA8A-888B-4A00-8183-FA703B5486C4}"/>
          </ac:spMkLst>
        </pc:spChg>
        <pc:spChg chg="mod">
          <ac:chgData name="Alveen Singh" userId="6daf11db-8a8e-4669-8f9d-4d2596173bbf" providerId="ADAL" clId="{E6D2F999-C826-498B-8670-F0C0736642AC}" dt="2023-03-15T16:10:52.612" v="1367" actId="14100"/>
          <ac:spMkLst>
            <pc:docMk/>
            <pc:sldMk cId="811772460" sldId="278"/>
            <ac:spMk id="3" creationId="{8D6E1EA9-AE96-42F4-B9ED-D5072D847229}"/>
          </ac:spMkLst>
        </pc:spChg>
      </pc:sldChg>
      <pc:sldChg chg="addSp delSp modSp add">
        <pc:chgData name="Alveen Singh" userId="6daf11db-8a8e-4669-8f9d-4d2596173bbf" providerId="ADAL" clId="{E6D2F999-C826-498B-8670-F0C0736642AC}" dt="2023-03-16T05:40:59.925" v="1677" actId="207"/>
        <pc:sldMkLst>
          <pc:docMk/>
          <pc:sldMk cId="3944489608" sldId="279"/>
        </pc:sldMkLst>
        <pc:spChg chg="del">
          <ac:chgData name="Alveen Singh" userId="6daf11db-8a8e-4669-8f9d-4d2596173bbf" providerId="ADAL" clId="{E6D2F999-C826-498B-8670-F0C0736642AC}" dt="2023-03-15T16:12:41.119" v="1440" actId="478"/>
          <ac:spMkLst>
            <pc:docMk/>
            <pc:sldMk cId="3944489608" sldId="279"/>
            <ac:spMk id="2" creationId="{8B1A3AE5-11D1-47D4-9E73-409054E4CBBC}"/>
          </ac:spMkLst>
        </pc:spChg>
        <pc:spChg chg="mod">
          <ac:chgData name="Alveen Singh" userId="6daf11db-8a8e-4669-8f9d-4d2596173bbf" providerId="ADAL" clId="{E6D2F999-C826-498B-8670-F0C0736642AC}" dt="2023-03-16T05:40:59.925" v="1677" actId="207"/>
          <ac:spMkLst>
            <pc:docMk/>
            <pc:sldMk cId="3944489608" sldId="279"/>
            <ac:spMk id="3" creationId="{97E7A9D8-8322-459B-B04A-55BC217BB9D4}"/>
          </ac:spMkLst>
        </pc:spChg>
        <pc:picChg chg="add mod modCrop">
          <ac:chgData name="Alveen Singh" userId="6daf11db-8a8e-4669-8f9d-4d2596173bbf" providerId="ADAL" clId="{E6D2F999-C826-498B-8670-F0C0736642AC}" dt="2023-03-15T16:14:05.589" v="1447" actId="732"/>
          <ac:picMkLst>
            <pc:docMk/>
            <pc:sldMk cId="3944489608" sldId="279"/>
            <ac:picMk id="6" creationId="{4B248301-D3E2-4861-B300-9DBFD048C9A9}"/>
          </ac:picMkLst>
        </pc:picChg>
        <pc:picChg chg="add mod">
          <ac:chgData name="Alveen Singh" userId="6daf11db-8a8e-4669-8f9d-4d2596173bbf" providerId="ADAL" clId="{E6D2F999-C826-498B-8670-F0C0736642AC}" dt="2023-03-15T16:18:16.440" v="1463" actId="1076"/>
          <ac:picMkLst>
            <pc:docMk/>
            <pc:sldMk cId="3944489608" sldId="279"/>
            <ac:picMk id="7" creationId="{F2A3DF1C-9FFF-4BA5-9893-59DEBD98E52B}"/>
          </ac:picMkLst>
        </pc:picChg>
        <pc:picChg chg="add mod">
          <ac:chgData name="Alveen Singh" userId="6daf11db-8a8e-4669-8f9d-4d2596173bbf" providerId="ADAL" clId="{E6D2F999-C826-498B-8670-F0C0736642AC}" dt="2023-03-15T16:18:14.375" v="1462" actId="1076"/>
          <ac:picMkLst>
            <pc:docMk/>
            <pc:sldMk cId="3944489608" sldId="279"/>
            <ac:picMk id="8" creationId="{EC5EA55F-7328-44BF-A88C-0CE4E797D709}"/>
          </ac:picMkLst>
        </pc:picChg>
        <pc:picChg chg="add mod">
          <ac:chgData name="Alveen Singh" userId="6daf11db-8a8e-4669-8f9d-4d2596173bbf" providerId="ADAL" clId="{E6D2F999-C826-498B-8670-F0C0736642AC}" dt="2023-03-15T16:17:05.313" v="1458" actId="1076"/>
          <ac:picMkLst>
            <pc:docMk/>
            <pc:sldMk cId="3944489608" sldId="279"/>
            <ac:picMk id="9" creationId="{87455B6B-2DD4-4703-915C-3B2676F116A7}"/>
          </ac:picMkLst>
        </pc:picChg>
        <pc:picChg chg="add mod modCrop">
          <ac:chgData name="Alveen Singh" userId="6daf11db-8a8e-4669-8f9d-4d2596173bbf" providerId="ADAL" clId="{E6D2F999-C826-498B-8670-F0C0736642AC}" dt="2023-03-15T16:18:05.868" v="1461" actId="1076"/>
          <ac:picMkLst>
            <pc:docMk/>
            <pc:sldMk cId="3944489608" sldId="279"/>
            <ac:picMk id="10" creationId="{687D5D2A-4F26-4438-B2FC-4FA047F7C2BD}"/>
          </ac:picMkLst>
        </pc:picChg>
        <pc:picChg chg="add mod">
          <ac:chgData name="Alveen Singh" userId="6daf11db-8a8e-4669-8f9d-4d2596173bbf" providerId="ADAL" clId="{E6D2F999-C826-498B-8670-F0C0736642AC}" dt="2023-03-15T16:19:28.831" v="1465" actId="1076"/>
          <ac:picMkLst>
            <pc:docMk/>
            <pc:sldMk cId="3944489608" sldId="279"/>
            <ac:picMk id="11" creationId="{F88D74A7-8AB6-4D12-8282-706F9129092C}"/>
          </ac:picMkLst>
        </pc:picChg>
        <pc:picChg chg="add mod">
          <ac:chgData name="Alveen Singh" userId="6daf11db-8a8e-4669-8f9d-4d2596173bbf" providerId="ADAL" clId="{E6D2F999-C826-498B-8670-F0C0736642AC}" dt="2023-03-15T16:22:59.218" v="1468" actId="1076"/>
          <ac:picMkLst>
            <pc:docMk/>
            <pc:sldMk cId="3944489608" sldId="279"/>
            <ac:picMk id="12" creationId="{564D17A6-8907-4330-B5BA-E7629453ADDD}"/>
          </ac:picMkLst>
        </pc:picChg>
      </pc:sldChg>
      <pc:sldChg chg="modSp add">
        <pc:chgData name="Alveen Singh" userId="6daf11db-8a8e-4669-8f9d-4d2596173bbf" providerId="ADAL" clId="{E6D2F999-C826-498B-8670-F0C0736642AC}" dt="2023-03-16T05:47:32.229" v="2056" actId="20577"/>
        <pc:sldMkLst>
          <pc:docMk/>
          <pc:sldMk cId="1893894374" sldId="280"/>
        </pc:sldMkLst>
        <pc:spChg chg="mod">
          <ac:chgData name="Alveen Singh" userId="6daf11db-8a8e-4669-8f9d-4d2596173bbf" providerId="ADAL" clId="{E6D2F999-C826-498B-8670-F0C0736642AC}" dt="2023-03-16T05:43:36.833" v="1741" actId="20577"/>
          <ac:spMkLst>
            <pc:docMk/>
            <pc:sldMk cId="1893894374" sldId="280"/>
            <ac:spMk id="2" creationId="{408352EF-04C1-42C8-88BA-1879E15DB887}"/>
          </ac:spMkLst>
        </pc:spChg>
        <pc:spChg chg="mod">
          <ac:chgData name="Alveen Singh" userId="6daf11db-8a8e-4669-8f9d-4d2596173bbf" providerId="ADAL" clId="{E6D2F999-C826-498B-8670-F0C0736642AC}" dt="2023-03-16T05:47:32.229" v="2056" actId="20577"/>
          <ac:spMkLst>
            <pc:docMk/>
            <pc:sldMk cId="1893894374" sldId="280"/>
            <ac:spMk id="3" creationId="{3BF68369-37DC-4C35-AD4A-186531909235}"/>
          </ac:spMkLst>
        </pc:spChg>
      </pc:sldChg>
      <pc:sldChg chg="modSp add">
        <pc:chgData name="Alveen Singh" userId="6daf11db-8a8e-4669-8f9d-4d2596173bbf" providerId="ADAL" clId="{E6D2F999-C826-498B-8670-F0C0736642AC}" dt="2023-03-16T05:55:56.895" v="2090" actId="403"/>
        <pc:sldMkLst>
          <pc:docMk/>
          <pc:sldMk cId="725805206" sldId="281"/>
        </pc:sldMkLst>
        <pc:spChg chg="mod">
          <ac:chgData name="Alveen Singh" userId="6daf11db-8a8e-4669-8f9d-4d2596173bbf" providerId="ADAL" clId="{E6D2F999-C826-498B-8670-F0C0736642AC}" dt="2023-03-16T05:55:48.242" v="2088" actId="14100"/>
          <ac:spMkLst>
            <pc:docMk/>
            <pc:sldMk cId="725805206" sldId="281"/>
            <ac:spMk id="2" creationId="{5C6C11B8-9FD8-4B6A-A896-63340F010B4A}"/>
          </ac:spMkLst>
        </pc:spChg>
        <pc:spChg chg="mod">
          <ac:chgData name="Alveen Singh" userId="6daf11db-8a8e-4669-8f9d-4d2596173bbf" providerId="ADAL" clId="{E6D2F999-C826-498B-8670-F0C0736642AC}" dt="2023-03-16T05:55:56.895" v="2090" actId="403"/>
          <ac:spMkLst>
            <pc:docMk/>
            <pc:sldMk cId="725805206" sldId="281"/>
            <ac:spMk id="3" creationId="{8E6D6568-B4B0-406F-9B69-B3D9D3D9B6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5B287-B091-42A8-8745-3FC7200AB0E2}" type="datetimeFigureOut">
              <a:rPr lang="en-ZA" smtClean="0"/>
              <a:t>2023/03/16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462FD-D169-4039-B18C-58A718F351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227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E991-FBF2-4ED4-BAD6-711180025946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66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DDBC-A928-4959-968A-232221BDECAD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31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58F6-3477-4837-93DD-8FC7CD17B816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63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BEBD8-7BD1-4FBD-9DF3-1EF0D9EFE966}" type="datetime1">
              <a:rPr lang="en-ZA" smtClean="0"/>
              <a:t>2023/03/16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14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0C1E-51EF-4E42-9025-75ED2C29E673}" type="datetime1">
              <a:rPr lang="en-ZA" smtClean="0"/>
              <a:t>2023/03/16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24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3F26-4568-4D60-80AC-DADBFAA6F77F}" type="datetime1">
              <a:rPr lang="en-ZA" smtClean="0"/>
              <a:t>2023/03/16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78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0B0D3-8D53-46FF-B4FC-71F587645829}" type="datetime1">
              <a:rPr lang="en-ZA" smtClean="0"/>
              <a:t>2023/03/16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901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86542-F72F-40B2-910B-1F84419E81B8}" type="datetime1">
              <a:rPr lang="en-ZA" smtClean="0"/>
              <a:t>2023/03/16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074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9F3F-DA51-445B-BD9C-E3EFB9D6F238}" type="datetime1">
              <a:rPr lang="en-ZA" smtClean="0"/>
              <a:t>2023/03/16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629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174B-3A04-4954-88FE-38567F9A7262}" type="datetime1">
              <a:rPr lang="en-ZA" smtClean="0"/>
              <a:t>2023/03/16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03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92748-721C-41B8-8460-3BCC1539004B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351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14267-B525-4803-8000-34F083A3BC91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3020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CF767-0203-4BD1-AF14-927C72DAB97E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88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BD491-B3A2-46CB-A76A-EA68BB069ADF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7251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4FD9-CB02-4DA7-95BB-338D49FD5E5E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755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D871-F255-4F0F-8641-88711D3459B0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6837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2FC6-8C1F-4B42-8DF6-15498A6B07ED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547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D0EEDF-2870-4572-AA8D-13C1974CD50B}" type="datetime1">
              <a:rPr lang="en-ZA" smtClean="0"/>
              <a:t>2023/03/16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ZA"/>
              <a:t>Dr Alveen Singh - RESK401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6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alveens@dut.ac.z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Quantitative, qualitative &amp; mixed research</a:t>
            </a:r>
            <a:endParaRPr lang="en-ZA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8" y="4314825"/>
            <a:ext cx="6987645" cy="18224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Dr</a:t>
            </a:r>
            <a:r>
              <a:rPr lang="en-US" b="1" dirty="0">
                <a:solidFill>
                  <a:srgbClr val="0070C0"/>
                </a:solidFill>
              </a:rPr>
              <a:t> Alveen Singh</a:t>
            </a:r>
          </a:p>
          <a:p>
            <a:r>
              <a:rPr lang="en-US" b="1" dirty="0">
                <a:solidFill>
                  <a:srgbClr val="0070C0"/>
                </a:solidFill>
              </a:rPr>
              <a:t>Department of Information Technology</a:t>
            </a:r>
          </a:p>
          <a:p>
            <a:r>
              <a:rPr lang="en-US" b="1" dirty="0">
                <a:solidFill>
                  <a:srgbClr val="0070C0"/>
                </a:solidFill>
              </a:rPr>
              <a:t>Research skills\Project 3A</a:t>
            </a:r>
          </a:p>
          <a:p>
            <a:r>
              <a:rPr lang="en-US" b="1" dirty="0">
                <a:solidFill>
                  <a:srgbClr val="0070C0"/>
                </a:solidFill>
              </a:rPr>
              <a:t> Advanced Diploma in ICT\B.ICT Degree</a:t>
            </a:r>
          </a:p>
          <a:p>
            <a:r>
              <a:rPr lang="en-US" b="1" dirty="0">
                <a:solidFill>
                  <a:srgbClr val="0070C0"/>
                </a:solidFill>
              </a:rPr>
              <a:t>Semester 1 2023</a:t>
            </a:r>
            <a:endParaRPr lang="en-ZA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0" y="318611"/>
            <a:ext cx="4503829" cy="140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1800" dirty="0">
                <a:latin typeface="Arial Narrow" panose="020B0606020202030204" pitchFamily="34" charset="0"/>
              </a:rPr>
              <a:t>	A definition for quantitative and qualitative</a:t>
            </a:r>
          </a:p>
          <a:p>
            <a:r>
              <a:rPr lang="en-US" sz="1800" dirty="0">
                <a:latin typeface="Arial Narrow" panose="020B0606020202030204" pitchFamily="34" charset="0"/>
              </a:rPr>
              <a:t>	The purpose of quantitative and qualitative research</a:t>
            </a:r>
          </a:p>
          <a:p>
            <a:r>
              <a:rPr lang="en-US" sz="1800" dirty="0">
                <a:latin typeface="Arial Narrow" panose="020B0606020202030204" pitchFamily="34" charset="0"/>
              </a:rPr>
              <a:t>	How to collect quantitative and qualitative data </a:t>
            </a:r>
          </a:p>
          <a:p>
            <a:r>
              <a:rPr lang="en-US" sz="1800" dirty="0">
                <a:latin typeface="Arial Narrow" panose="020B0606020202030204" pitchFamily="34" charset="0"/>
              </a:rPr>
              <a:t>	On the application of quantitative and qualitative research</a:t>
            </a:r>
          </a:p>
          <a:p>
            <a:r>
              <a:rPr lang="en-US" sz="1800" dirty="0">
                <a:latin typeface="Arial Narrow" panose="020B0606020202030204" pitchFamily="34" charset="0"/>
              </a:rPr>
              <a:t>   Mixed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Dr Alveen Singh - RESK401\PRJA301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656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818606"/>
            <a:ext cx="10018713" cy="4972595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sz="3600" dirty="0">
                <a:latin typeface="Arial Rounded MT Bold" panose="020F0704030504030204" pitchFamily="34" charset="0"/>
              </a:rPr>
              <a:t>Definition</a:t>
            </a:r>
            <a:endParaRPr lang="en-US" dirty="0">
              <a:latin typeface="Arial Rounded MT Bold" panose="020F0704030504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The aim of the study determines the strategy i.e. quantitative or qualitative</a:t>
            </a:r>
          </a:p>
          <a:p>
            <a:endParaRPr lang="en-US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The choice of quantitative and qualitative in research determines how data is collected and analyzed</a:t>
            </a: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419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98179"/>
            <a:ext cx="10018713" cy="4593021"/>
          </a:xfrm>
        </p:spPr>
        <p:txBody>
          <a:bodyPr anchor="t"/>
          <a:lstStyle/>
          <a:p>
            <a:r>
              <a:rPr lang="en-ZA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research 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usually aims to test or confirm theories or hypothesis</a:t>
            </a:r>
          </a:p>
          <a:p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Concerned with </a:t>
            </a:r>
            <a:r>
              <a:rPr lang="en-ZA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numerical data </a:t>
            </a:r>
          </a:p>
          <a:p>
            <a:pPr lvl="1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Which is transformed into statistics that quantifies (measures) the variables under investigation. </a:t>
            </a:r>
          </a:p>
          <a:p>
            <a:pPr marL="0" indent="0">
              <a:buNone/>
            </a:pP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This results are generalizable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4</a:t>
            </a:fld>
            <a:endParaRPr lang="en-ZA"/>
          </a:p>
        </p:txBody>
      </p:sp>
      <p:pic>
        <p:nvPicPr>
          <p:cNvPr id="6148" name="Picture 4" descr="Numeracy Diagnostic Test - ProProfs Qui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118" y="4117294"/>
            <a:ext cx="3048000" cy="149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07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14401"/>
            <a:ext cx="10018713" cy="4876800"/>
          </a:xfrm>
        </p:spPr>
        <p:txBody>
          <a:bodyPr anchor="t"/>
          <a:lstStyle/>
          <a:p>
            <a:r>
              <a:rPr lang="en-ZA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research </a:t>
            </a:r>
            <a:r>
              <a:rPr lang="en-ZA" sz="1800" dirty="0">
                <a:latin typeface="Arial" panose="020B0604020202020204" pitchFamily="34" charset="0"/>
                <a:cs typeface="Arial" panose="020B0604020202020204" pitchFamily="34" charset="0"/>
              </a:rPr>
              <a:t>aims to conduct deep investigations and gather in-depth insights into topics that are not well understood. </a:t>
            </a:r>
          </a:p>
          <a:p>
            <a:endParaRPr lang="en-ZA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800" dirty="0">
                <a:latin typeface="Arial" panose="020B0604020202020204" pitchFamily="34" charset="0"/>
                <a:cs typeface="Arial" panose="020B0604020202020204" pitchFamily="34" charset="0"/>
              </a:rPr>
              <a:t>Qualitative research is generally exploratory in nature. </a:t>
            </a:r>
          </a:p>
          <a:p>
            <a:pPr lvl="1"/>
            <a:r>
              <a:rPr lang="en-ZA" sz="1800" dirty="0">
                <a:latin typeface="Arial" panose="020B0604020202020204" pitchFamily="34" charset="0"/>
                <a:cs typeface="Arial" panose="020B0604020202020204" pitchFamily="34" charset="0"/>
              </a:rPr>
              <a:t>It attempts to understand the </a:t>
            </a:r>
            <a:r>
              <a:rPr lang="en-ZA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perceptions, opinions and motivations</a:t>
            </a:r>
            <a:r>
              <a:rPr lang="en-ZA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ZA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Qualitative research is usually followed by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quantitative research</a:t>
            </a:r>
            <a:endParaRPr lang="en-ZA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5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145425"/>
            <a:ext cx="3853271" cy="2737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5961" y="6094511"/>
            <a:ext cx="1837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Prmrinc.net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2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the difference?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endParaRPr lang="en-US" sz="1800" dirty="0">
              <a:latin typeface="Arial Narrow" panose="020B0606020202030204" pitchFamily="34" charset="0"/>
            </a:endParaRPr>
          </a:p>
          <a:p>
            <a:pPr marL="457200" lvl="1" indent="0" algn="ctr">
              <a:buNone/>
            </a:pPr>
            <a:r>
              <a:rPr lang="en-US" sz="1400" dirty="0">
                <a:latin typeface="Arial Narrow" panose="020B0606020202030204" pitchFamily="34" charset="0"/>
              </a:rPr>
              <a:t>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Between qualitative and quantitative research</a:t>
            </a:r>
            <a:endParaRPr lang="en-ZA" sz="14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6</a:t>
            </a:fld>
            <a:endParaRPr lang="en-ZA"/>
          </a:p>
        </p:txBody>
      </p:sp>
      <p:sp>
        <p:nvSpPr>
          <p:cNvPr id="6" name="AutoShape 2" descr="Qualitative &amp; Quantitative Research – The CDS Way - CDS Community  Development Strategies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272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7</a:t>
            </a:fld>
            <a:endParaRPr lang="en-ZA"/>
          </a:p>
        </p:txBody>
      </p:sp>
      <p:pic>
        <p:nvPicPr>
          <p:cNvPr id="1026" name="Picture 2" descr="Comparison of quantitative and qualitative research approaches | Download  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655" y="452390"/>
            <a:ext cx="5657127" cy="598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41147" y="5696041"/>
            <a:ext cx="1837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Mack et. Al, 2005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576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8</a:t>
            </a:fld>
            <a:endParaRPr lang="en-ZA"/>
          </a:p>
        </p:txBody>
      </p:sp>
      <p:pic>
        <p:nvPicPr>
          <p:cNvPr id="2050" name="Picture 2" descr="Integrating Qualitative and Quantitative Data - SAGE Research Metho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455" y="564197"/>
            <a:ext cx="7887568" cy="4033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106816" y="4701774"/>
            <a:ext cx="1837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Guest et Al, 2012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18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9</a:t>
            </a:fld>
            <a:endParaRPr lang="en-ZA"/>
          </a:p>
        </p:txBody>
      </p:sp>
      <p:pic>
        <p:nvPicPr>
          <p:cNvPr id="4098" name="Picture 2" descr="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963" y="568506"/>
            <a:ext cx="7323311" cy="470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7954" y="5643154"/>
            <a:ext cx="2281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Crenshaw, 2016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0976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779B27-47D3-4FC0-B68D-A123D59E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knowledge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850B42-8583-4BD5-B42D-2612531AF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Pick the qualitative measures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An air scent that smells nice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What is the speed of light?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The crime rate in RSA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Registered students in this module</a:t>
            </a:r>
          </a:p>
          <a:p>
            <a:pPr lvl="1"/>
            <a:endParaRPr lang="en-Z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71BCF6-DB48-40E7-A3AC-D24A8DE9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94DEA-6EF3-42D4-A541-B01EB4DC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9012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850B42-8583-4BD5-B42D-2612531AF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914401"/>
            <a:ext cx="10018713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Pick the quantitative measures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Determine the best performing ML technique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Rainfall in Drakensberg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Are you feeling hot?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What is your ethnic origin? </a:t>
            </a:r>
          </a:p>
          <a:p>
            <a:pPr lvl="1"/>
            <a:endParaRPr lang="en-Z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71BCF6-DB48-40E7-A3AC-D24A8DE9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94DEA-6EF3-42D4-A541-B01EB4DC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380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10195"/>
            <a:ext cx="10018713" cy="47810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How does the researcher choose the strategy?</a:t>
            </a:r>
          </a:p>
          <a:p>
            <a:endParaRPr lang="en-US" sz="1800" dirty="0">
              <a:latin typeface="Arial Narrow" panose="020B0606020202030204" pitchFamily="34" charset="0"/>
            </a:endParaRPr>
          </a:p>
          <a:p>
            <a:r>
              <a:rPr lang="en-US" sz="1800" dirty="0">
                <a:latin typeface="Arial Narrow" panose="020B0606020202030204" pitchFamily="34" charset="0"/>
              </a:rPr>
              <a:t>Look at the aim of the study. Does the study seek to: </a:t>
            </a:r>
          </a:p>
          <a:p>
            <a:pPr lvl="2"/>
            <a:r>
              <a:rPr lang="en-US" sz="1600" dirty="0">
                <a:latin typeface="Arial Narrow" panose="020B0606020202030204" pitchFamily="34" charset="0"/>
              </a:rPr>
              <a:t>Explore an unknown phenomenon (why is this happening?) - Qualitative</a:t>
            </a:r>
          </a:p>
          <a:p>
            <a:pPr lvl="2"/>
            <a:r>
              <a:rPr lang="en-US" sz="1600" dirty="0">
                <a:latin typeface="Arial Narrow" panose="020B0606020202030204" pitchFamily="34" charset="0"/>
              </a:rPr>
              <a:t>Confirm a hypothesis (I think this is happening because of….) - Quantitative</a:t>
            </a:r>
          </a:p>
          <a:p>
            <a:pPr lvl="2"/>
            <a:r>
              <a:rPr lang="en-US" sz="1600" dirty="0">
                <a:latin typeface="Arial Narrow" panose="020B0606020202030204" pitchFamily="34" charset="0"/>
              </a:rPr>
              <a:t>Develop something new – Quantitative </a:t>
            </a:r>
            <a:endParaRPr lang="en-ZA" sz="16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12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260" y="564833"/>
            <a:ext cx="2000179" cy="1629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76129" y="2286635"/>
            <a:ext cx="170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err="1">
                <a:solidFill>
                  <a:srgbClr val="FF0000"/>
                </a:solidFill>
              </a:rPr>
              <a:t>Zamudio</a:t>
            </a:r>
            <a:r>
              <a:rPr lang="en-ZA" dirty="0">
                <a:solidFill>
                  <a:srgbClr val="FF0000"/>
                </a:solidFill>
              </a:rPr>
              <a:t>, 2021</a:t>
            </a:r>
          </a:p>
        </p:txBody>
      </p:sp>
      <p:pic>
        <p:nvPicPr>
          <p:cNvPr id="5122" name="Picture 2" descr="Statistical Hypothesis Testing: Step by Step - Data Science Centr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743" y="3101329"/>
            <a:ext cx="1807210" cy="119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854440" y="4491150"/>
            <a:ext cx="264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err="1">
                <a:solidFill>
                  <a:srgbClr val="FF0000"/>
                </a:solidFill>
              </a:rPr>
              <a:t>Touhidul</a:t>
            </a:r>
            <a:r>
              <a:rPr lang="en-ZA" dirty="0">
                <a:solidFill>
                  <a:srgbClr val="FF0000"/>
                </a:solidFill>
              </a:rPr>
              <a:t> Islam , 2021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437" y="4399076"/>
            <a:ext cx="1858559" cy="1392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5879068"/>
            <a:ext cx="264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err="1">
                <a:solidFill>
                  <a:srgbClr val="FF0000"/>
                </a:solidFill>
              </a:rPr>
              <a:t>eir.co.za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19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1EA9-AE96-42F4-B9ED-D5072D847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79929"/>
            <a:ext cx="10018713" cy="50112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is quantitative? Which is qualitative?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What is the cause of high first year drop out rate in IT?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Is KNN better than CNN for cancer cell detection?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What is the problem with that guy?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Higher achieving IT students go out on more dates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What makes Google the best software company to work for?</a:t>
            </a:r>
          </a:p>
          <a:p>
            <a:pPr marL="914400" lvl="1" indent="-457200">
              <a:buFont typeface="+mj-lt"/>
              <a:buAutoNum type="alphaLcPeriod"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49991-9F70-4EA5-8943-898631F8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41023-D3CF-4B69-97DB-C6C3A72F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177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10195"/>
            <a:ext cx="10018713" cy="4781006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How does the strategy impact on the data?</a:t>
            </a:r>
          </a:p>
          <a:p>
            <a:endParaRPr lang="en-US" sz="1800" dirty="0">
              <a:latin typeface="Arial Narrow" panose="020B0606020202030204" pitchFamily="34" charset="0"/>
            </a:endParaRPr>
          </a:p>
          <a:p>
            <a:r>
              <a:rPr lang="en-US" sz="1800" dirty="0">
                <a:solidFill>
                  <a:srgbClr val="0070C0"/>
                </a:solidFill>
                <a:latin typeface="Arial Narrow" panose="020B0606020202030204" pitchFamily="34" charset="0"/>
              </a:rPr>
              <a:t>Explore an unknown phenomenon (why is this happening?) – </a:t>
            </a:r>
            <a:r>
              <a:rPr lang="en-US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Qualitative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Data Collection 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open ended questions, opinions, perspectives, un-structured interviews, observation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Twitter, Facebook, VLE Chats, Chatbot queries etc.</a:t>
            </a:r>
          </a:p>
          <a:p>
            <a:pPr lvl="2"/>
            <a:r>
              <a:rPr lang="en-US" dirty="0" err="1">
                <a:latin typeface="Arial Narrow" panose="020B0606020202030204" pitchFamily="34" charset="0"/>
              </a:rPr>
              <a:t>Whatsapp</a:t>
            </a:r>
            <a:r>
              <a:rPr lang="en-US" dirty="0">
                <a:latin typeface="Arial Narrow" panose="020B0606020202030204" pitchFamily="34" charset="0"/>
              </a:rPr>
              <a:t> video clips; sound recordings</a:t>
            </a:r>
          </a:p>
          <a:p>
            <a:pPr lvl="3"/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unstructured data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Data Analysis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Thematic analysis to id recurrent themes (e.g. most participants said that MST is useful)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Grounded theory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Result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A theory about something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This theory now needs to be validated</a:t>
            </a:r>
          </a:p>
          <a:p>
            <a:pPr marL="1828800" lvl="4" indent="0">
              <a:buNone/>
            </a:pPr>
            <a:endParaRPr lang="en-US" sz="12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1056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457200"/>
            <a:ext cx="10018713" cy="5956299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How does the strategy impact on the data?</a:t>
            </a:r>
          </a:p>
          <a:p>
            <a:endParaRPr lang="en-US" sz="1800" dirty="0">
              <a:latin typeface="Arial Narrow" panose="020B0606020202030204" pitchFamily="34" charset="0"/>
            </a:endParaRPr>
          </a:p>
          <a:p>
            <a:r>
              <a:rPr lang="en-US" sz="1800" dirty="0">
                <a:solidFill>
                  <a:srgbClr val="0070C0"/>
                </a:solidFill>
                <a:latin typeface="Arial Narrow" panose="020B0606020202030204" pitchFamily="34" charset="0"/>
              </a:rPr>
              <a:t>Confirm a hypothesis, experiment or design research - </a:t>
            </a:r>
            <a:r>
              <a:rPr lang="en-US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Quantitative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Data Collection 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Online survey, closed-ended questions, </a:t>
            </a:r>
            <a:r>
              <a:rPr lang="en-US" dirty="0" err="1">
                <a:latin typeface="Arial Narrow" panose="020B0606020202030204" pitchFamily="34" charset="0"/>
              </a:rPr>
              <a:t>linkert</a:t>
            </a:r>
            <a:r>
              <a:rPr lang="en-US" dirty="0">
                <a:latin typeface="Arial Narrow" panose="020B0606020202030204" pitchFamily="34" charset="0"/>
              </a:rPr>
              <a:t>-scale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Data from WSN; IoT sensors; network traffic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Online dataset: images; banking transactions; millions of records for business transactions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From conducting experiments e.g. comparing ML, CV, DL or other models using metrics; testing new architectures and designs</a:t>
            </a:r>
          </a:p>
          <a:p>
            <a:pPr lvl="3"/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Structured data</a:t>
            </a:r>
            <a:endParaRPr lang="en-US" dirty="0">
              <a:latin typeface="Arial Narrow" panose="020B0606020202030204" pitchFamily="34" charset="0"/>
            </a:endParaRP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Data Analysis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Mathematical techniques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Statistical analysis (testing) </a:t>
            </a:r>
          </a:p>
          <a:p>
            <a:pPr lvl="1"/>
            <a:r>
              <a:rPr lang="en-US" dirty="0">
                <a:latin typeface="Arial Narrow" panose="020B0606020202030204" pitchFamily="34" charset="0"/>
              </a:rPr>
              <a:t>Result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Validated result</a:t>
            </a:r>
          </a:p>
          <a:p>
            <a:pPr lvl="2"/>
            <a:r>
              <a:rPr lang="en-US" dirty="0">
                <a:latin typeface="Arial Narrow" panose="020B0606020202030204" pitchFamily="34" charset="0"/>
              </a:rPr>
              <a:t>Proven innovation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272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779B27-47D3-4FC0-B68D-A123D59E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knowledge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850B42-8583-4BD5-B42D-2612531AF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Are these qualitative or quantitative research?</a:t>
            </a:r>
          </a:p>
          <a:p>
            <a:pPr lvl="1"/>
            <a:r>
              <a:rPr lang="en-ZA" b="1" dirty="0">
                <a:solidFill>
                  <a:srgbClr val="0070C0"/>
                </a:solidFill>
              </a:rPr>
              <a:t>Internet of Things: Challenges and Perspectives in Sub-Saharan Africa</a:t>
            </a:r>
          </a:p>
          <a:p>
            <a:pPr lvl="1"/>
            <a:r>
              <a:rPr lang="en-ZA" b="1" dirty="0">
                <a:solidFill>
                  <a:srgbClr val="0070C0"/>
                </a:solidFill>
              </a:rPr>
              <a:t>Software-defined networks (SDNs) and Internet of Things (IoTs): A prediction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D</a:t>
            </a:r>
            <a:r>
              <a:rPr lang="en-ZA" b="1" dirty="0" err="1">
                <a:solidFill>
                  <a:srgbClr val="0070C0"/>
                </a:solidFill>
              </a:rPr>
              <a:t>etermining</a:t>
            </a:r>
            <a:r>
              <a:rPr lang="en-ZA" b="1" dirty="0">
                <a:solidFill>
                  <a:srgbClr val="0070C0"/>
                </a:solidFill>
              </a:rPr>
              <a:t> the best ML technique for disease identification in reef breeding fish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C</a:t>
            </a:r>
            <a:r>
              <a:rPr lang="en-ZA" b="1" dirty="0" err="1">
                <a:solidFill>
                  <a:srgbClr val="0070C0"/>
                </a:solidFill>
              </a:rPr>
              <a:t>ensus</a:t>
            </a:r>
            <a:r>
              <a:rPr lang="en-ZA" b="1" dirty="0">
                <a:solidFill>
                  <a:srgbClr val="0070C0"/>
                </a:solidFill>
              </a:rPr>
              <a:t> 2050</a:t>
            </a:r>
          </a:p>
          <a:p>
            <a:pPr lvl="1"/>
            <a:endParaRPr lang="en-US" b="1" dirty="0">
              <a:solidFill>
                <a:srgbClr val="0070C0"/>
              </a:solidFill>
            </a:endParaRPr>
          </a:p>
          <a:p>
            <a:pPr lvl="1"/>
            <a:endParaRPr lang="en-Z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71BCF6-DB48-40E7-A3AC-D24A8DE9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94DEA-6EF3-42D4-A541-B01EB4DC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492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the difference in data collection?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data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numerical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Quantitative data is structured and statistical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results are objective and conclusive.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Quantitative data is collected from experiments, surveys and secondary data (e.g. ITS reports of student assessment marks). </a:t>
            </a:r>
          </a:p>
          <a:p>
            <a:pPr marL="457200" lvl="1" indent="0">
              <a:buNone/>
            </a:pPr>
            <a:endParaRPr lang="en-ZA" sz="14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17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1671" b="15632"/>
          <a:stretch/>
        </p:blipFill>
        <p:spPr>
          <a:xfrm>
            <a:off x="4617720" y="4777204"/>
            <a:ext cx="6609719" cy="14711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11040" y="6248400"/>
            <a:ext cx="264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QuestionPro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284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98179"/>
            <a:ext cx="10018713" cy="4593021"/>
          </a:xfrm>
        </p:spPr>
        <p:txBody>
          <a:bodyPr anchor="t"/>
          <a:lstStyle/>
          <a:p>
            <a:pPr marL="0" indent="0">
              <a:buNone/>
            </a:pP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An example of </a:t>
            </a:r>
            <a:r>
              <a:rPr lang="en-ZA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data 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might be:</a:t>
            </a:r>
          </a:p>
          <a:p>
            <a:pPr marL="0" indent="0">
              <a:buNone/>
            </a:pP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 survey of 300 1</a:t>
            </a:r>
            <a:r>
              <a:rPr lang="en-ZA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 year IT students and ask them questions such as: “on a scale from 1-5, how satisfied are you with provisioned computer laboratories?”</a:t>
            </a:r>
          </a:p>
          <a:p>
            <a:pPr lvl="1"/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Statistical analysis can be performed on the data and draw conclusions such as: “on average students rated computer laboratories at 4.4”</a:t>
            </a: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600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03587"/>
            <a:ext cx="10018713" cy="4687614"/>
          </a:xfrm>
        </p:spPr>
        <p:txBody>
          <a:bodyPr anchor="t">
            <a:norm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data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non-numerical and unstructured.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seeks to </a:t>
            </a:r>
            <a:r>
              <a:rPr lang="en-US" sz="1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a topic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more than measure it.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is usually collected from focus groups, interviews, observations and is collected in the natural setting.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usually are no simulations or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 experiments.</a:t>
            </a:r>
            <a:endParaRPr lang="en-ZA" sz="1400" dirty="0">
              <a:latin typeface="Arial Narrow" panose="020B0606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Dr Alveen Singh - </a:t>
            </a:r>
            <a:r>
              <a:rPr lang="en-ZA" dirty="0" err="1"/>
              <a:t>RESK401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19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634" b="6568"/>
          <a:stretch/>
        </p:blipFill>
        <p:spPr>
          <a:xfrm>
            <a:off x="6493666" y="2473234"/>
            <a:ext cx="5517625" cy="386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48083" y="6340474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QuestionPro.com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41213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352EF-04C1-42C8-88BA-1879E15D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 knowledge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68369-37DC-4C35-AD4A-186531909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is structured and which is unstructured data?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Tweets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Test marks for a class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Facebook comments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Data transmitted from WSN used in distribution warehouse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Lecture content on Moodle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Comparative results of competing ML models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F6F07-4875-4B80-A748-260B4AF6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2AE77-5FD1-4F21-AE6E-53A57B3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3894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98179"/>
            <a:ext cx="10018713" cy="4593021"/>
          </a:xfrm>
        </p:spPr>
        <p:txBody>
          <a:bodyPr anchor="t"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example of </a:t>
            </a:r>
            <a:r>
              <a:rPr lang="en-US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qualitative data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might be: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Conduct in-depth interviews with 15 1st year IT students and ask them open-ended questions such as: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“How satisfied are you with provisioned IT labs?”,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“What is the most positive aspect of the IT labs?” and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“What can be done to improve the IT labs?”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responses are “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perceptions, opinions”</a:t>
            </a:r>
          </a:p>
          <a:p>
            <a:pPr marL="0" indent="0"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mostly textual format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6497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A9D8-8322-459B-B04A-55BC217BB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625745"/>
            <a:ext cx="10018713" cy="516545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  <a:latin typeface="Arial Black" panose="020B0A04020102020204" pitchFamily="34" charset="0"/>
              </a:rPr>
              <a:t>Which is qualitative and which is quantitative?</a:t>
            </a:r>
            <a:endParaRPr lang="en-ZA" sz="2000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1F57A-32B6-4677-A585-D11685A7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F9D9D-4C72-499A-A9E1-3E629FBE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22</a:t>
            </a:fld>
            <a:endParaRPr lang="en-Z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48301-D3E2-4861-B300-9DBFD048C9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660"/>
          <a:stretch/>
        </p:blipFill>
        <p:spPr>
          <a:xfrm>
            <a:off x="1484310" y="1206313"/>
            <a:ext cx="1566862" cy="936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A3DF1C-9FFF-4BA5-9893-59DEBD98E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223" y="2502132"/>
            <a:ext cx="3081897" cy="862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5EA55F-7328-44BF-A88C-0CE4E797D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310" y="4051487"/>
            <a:ext cx="2847975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455B6B-2DD4-4703-915C-3B2676F11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962" y="1359012"/>
            <a:ext cx="2344691" cy="22905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7D5D2A-4F26-4438-B2FC-4FA047F7C2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1579"/>
          <a:stretch/>
        </p:blipFill>
        <p:spPr>
          <a:xfrm>
            <a:off x="5572962" y="4066055"/>
            <a:ext cx="2524125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8D74A7-8AB6-4D12-8282-706F91290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9601" y="898151"/>
            <a:ext cx="2952750" cy="1552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4D17A6-8907-4330-B5BA-E7629453A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1612" y="3208473"/>
            <a:ext cx="3228727" cy="278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89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11B8-9FD8-4B6A-A896-63340F01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29235"/>
          </a:xfrm>
        </p:spPr>
        <p:txBody>
          <a:bodyPr/>
          <a:lstStyle/>
          <a:p>
            <a:r>
              <a:rPr lang="en-US" dirty="0"/>
              <a:t>Mixed Research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6568-B4B0-406F-9B69-B3D9D3D9B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15036"/>
            <a:ext cx="10018713" cy="4536140"/>
          </a:xfrm>
        </p:spPr>
        <p:txBody>
          <a:bodyPr>
            <a:normAutofit/>
          </a:bodyPr>
          <a:lstStyle/>
          <a:p>
            <a:r>
              <a:rPr lang="en-ZA" sz="2000" dirty="0"/>
              <a:t>Mixed research is a combination of qualitative and quantitative. </a:t>
            </a:r>
          </a:p>
          <a:p>
            <a:r>
              <a:rPr lang="en-ZA" sz="2000" dirty="0"/>
              <a:t>It usually involves data collected in unstructured, qualitative format from interviews, open ended questions, social media, video and sound clips. </a:t>
            </a:r>
          </a:p>
          <a:p>
            <a:r>
              <a:rPr lang="en-ZA" sz="2000" dirty="0"/>
              <a:t>This data is transcribed or pre-processed into a numerical format. </a:t>
            </a:r>
          </a:p>
          <a:p>
            <a:r>
              <a:rPr lang="en-ZA" sz="2000" dirty="0"/>
              <a:t>For example, data pertaining to race groups Indian, White, Black, Coloured, Other can be transcribed into a structured numerical format Indian=1; White=2; Black=3; Coloured=4; Other=5. </a:t>
            </a:r>
          </a:p>
          <a:p>
            <a:r>
              <a:rPr lang="en-ZA" sz="2000" dirty="0"/>
              <a:t>Statistical or mathematical analysis techniques can then be applied. </a:t>
            </a:r>
          </a:p>
          <a:p>
            <a:r>
              <a:rPr lang="en-ZA" sz="2000" dirty="0"/>
              <a:t>Mixed research provides scientific rigour to the analysis of qualitative data</a:t>
            </a:r>
            <a:r>
              <a:rPr lang="en-ZA" sz="2800" dirty="0"/>
              <a:t>. 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45B59-C2A2-4A8F-BD81-BFDC73B9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E419F-C5CD-4A19-85ED-F421594B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5805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quantitative and qualitative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Use quantitative research if you want to </a:t>
            </a:r>
            <a:r>
              <a:rPr lang="en-ZA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 or test </a:t>
            </a:r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something (a theory or hypothesis)</a:t>
            </a:r>
          </a:p>
          <a:p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Use qualitative research if you want to </a:t>
            </a:r>
            <a:r>
              <a:rPr lang="en-ZA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</a:t>
            </a:r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something (concepts, thoughts, experiences)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se mixed research when data is available/</a:t>
            </a:r>
            <a:r>
              <a:rPr lang="en-ZA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collected in qualitative format </a:t>
            </a:r>
            <a:r>
              <a:rPr lang="en-ZA" sz="2000" dirty="0">
                <a:latin typeface="Arial" panose="020B0604020202020204" pitchFamily="34" charset="0"/>
                <a:cs typeface="Arial" panose="020B0604020202020204" pitchFamily="34" charset="0"/>
              </a:rPr>
              <a:t>but analysed using quantitative </a:t>
            </a:r>
            <a:r>
              <a:rPr lang="en-ZA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or mathematical methods</a:t>
            </a:r>
          </a:p>
          <a:p>
            <a:pPr marL="0" indent="0">
              <a:buNone/>
            </a:pPr>
            <a:r>
              <a:rPr lang="en-ZA" dirty="0"/>
              <a:t>																(</a:t>
            </a:r>
            <a:r>
              <a:rPr lang="en-ZA" dirty="0" err="1"/>
              <a:t>Scribbr</a:t>
            </a:r>
            <a:r>
              <a:rPr lang="en-ZA" dirty="0"/>
              <a:t>, 2021)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Dr Alveen Singh - RESK401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3519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Please read the lecture note for this section.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Available on Moodle.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Questions and comments are welcome: </a:t>
            </a:r>
            <a:r>
              <a:rPr lang="en-US" dirty="0" err="1">
                <a:latin typeface="Arial Rounded MT Bold" panose="020F0704030504030204" pitchFamily="34" charset="0"/>
                <a:hlinkClick r:id="rId2"/>
              </a:rPr>
              <a:t>alveens@dut.ac.za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RESK401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471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8345</TotalTime>
  <Words>1261</Words>
  <Application>Microsoft Office PowerPoint</Application>
  <PresentationFormat>Widescreen</PresentationFormat>
  <Paragraphs>196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Arial Narrow</vt:lpstr>
      <vt:lpstr>Arial Rounded MT Bold</vt:lpstr>
      <vt:lpstr>Calibri</vt:lpstr>
      <vt:lpstr>Corbel</vt:lpstr>
      <vt:lpstr>Parallax</vt:lpstr>
      <vt:lpstr>Quantitative, qualitative &amp; mixed research</vt:lpstr>
      <vt:lpstr>Content</vt:lpstr>
      <vt:lpstr>PowerPoint Presentation</vt:lpstr>
      <vt:lpstr>PowerPoint Presentation</vt:lpstr>
      <vt:lpstr>PowerPoint Presentation</vt:lpstr>
      <vt:lpstr>What is the difference?</vt:lpstr>
      <vt:lpstr>PowerPoint Presentation</vt:lpstr>
      <vt:lpstr>PowerPoint Presentation</vt:lpstr>
      <vt:lpstr>PowerPoint Presentation</vt:lpstr>
      <vt:lpstr>Test your knowledge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your knowledge</vt:lpstr>
      <vt:lpstr>What is the difference in data collection?</vt:lpstr>
      <vt:lpstr>PowerPoint Presentation</vt:lpstr>
      <vt:lpstr>PowerPoint Presentation</vt:lpstr>
      <vt:lpstr>Test your knowledge</vt:lpstr>
      <vt:lpstr>PowerPoint Presentation</vt:lpstr>
      <vt:lpstr>PowerPoint Presentation</vt:lpstr>
      <vt:lpstr>Mixed Research</vt:lpstr>
      <vt:lpstr>Application of quantitative and qualitative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Alveen Singh</dc:creator>
  <cp:lastModifiedBy>Alveen Singh</cp:lastModifiedBy>
  <cp:revision>33</cp:revision>
  <dcterms:created xsi:type="dcterms:W3CDTF">2021-03-04T08:54:00Z</dcterms:created>
  <dcterms:modified xsi:type="dcterms:W3CDTF">2023-03-16T10:13:04Z</dcterms:modified>
</cp:coreProperties>
</file>