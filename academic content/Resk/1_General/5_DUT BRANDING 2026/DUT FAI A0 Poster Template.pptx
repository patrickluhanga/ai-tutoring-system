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6" r:id="rId5"/>
  </p:sldIdLst>
  <p:sldSz cx="30275213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>
      <p:cViewPr varScale="1">
        <p:scale>
          <a:sx n="18" d="100"/>
          <a:sy n="18" d="100"/>
        </p:scale>
        <p:origin x="335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isani Gazu" userId="58a1d251-1858-40d4-bff0-370933b9b0e8" providerId="ADAL" clId="{C7AA3FFF-35B8-5F9E-A0D9-CA8261444194}"/>
    <pc:docChg chg="modSld">
      <pc:chgData name="Qinisani Gazu" userId="58a1d251-1858-40d4-bff0-370933b9b0e8" providerId="ADAL" clId="{C7AA3FFF-35B8-5F9E-A0D9-CA8261444194}" dt="2025-10-22T14:58:33.904" v="0" actId="20577"/>
      <pc:docMkLst>
        <pc:docMk/>
      </pc:docMkLst>
      <pc:sldChg chg="modSp mod">
        <pc:chgData name="Qinisani Gazu" userId="58a1d251-1858-40d4-bff0-370933b9b0e8" providerId="ADAL" clId="{C7AA3FFF-35B8-5F9E-A0D9-CA8261444194}" dt="2025-10-22T14:58:33.904" v="0" actId="20577"/>
        <pc:sldMkLst>
          <pc:docMk/>
          <pc:sldMk cId="249145183" sldId="256"/>
        </pc:sldMkLst>
        <pc:spChg chg="mod">
          <ac:chgData name="Qinisani Gazu" userId="58a1d251-1858-40d4-bff0-370933b9b0e8" providerId="ADAL" clId="{C7AA3FFF-35B8-5F9E-A0D9-CA8261444194}" dt="2025-10-22T14:58:33.904" v="0" actId="20577"/>
          <ac:spMkLst>
            <pc:docMk/>
            <pc:sldMk cId="249145183" sldId="256"/>
            <ac:spMk id="7" creationId="{611E6684-8346-ADCA-350E-580DC81E49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FCB58-E190-814C-B315-787FEFC1E215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0DE62-EF2E-304D-B399-7253488D2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6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1pPr>
    <a:lvl2pPr marL="1754734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2pPr>
    <a:lvl3pPr marL="3509467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3pPr>
    <a:lvl4pPr marL="5264201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4pPr>
    <a:lvl5pPr marL="7018934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5pPr>
    <a:lvl6pPr marL="8773668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6pPr>
    <a:lvl7pPr marL="10528402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7pPr>
    <a:lvl8pPr marL="12283135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8pPr>
    <a:lvl9pPr marL="14037869" algn="l" defTabSz="3509467" rtl="0" eaLnBrk="1" latinLnBrk="0" hangingPunct="1">
      <a:defRPr sz="46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0DE62-EF2E-304D-B399-7253488D215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15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19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8BB3A75-A06C-412F-05F6-C4CF19EB81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1099" y="1092421"/>
            <a:ext cx="5689570" cy="28096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B601CEB-7DEE-BE07-74E0-584546F36E08}"/>
              </a:ext>
            </a:extLst>
          </p:cNvPr>
          <p:cNvSpPr/>
          <p:nvPr userDrawn="1"/>
        </p:nvSpPr>
        <p:spPr>
          <a:xfrm>
            <a:off x="-1" y="4904509"/>
            <a:ext cx="30276000" cy="35079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23CC8-86C4-C269-F622-99C2E38A99E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39292827"/>
            <a:ext cx="30275213" cy="35474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7EF44A-D369-A5E3-26C2-02AE01F31F42}"/>
              </a:ext>
            </a:extLst>
          </p:cNvPr>
          <p:cNvSpPr/>
          <p:nvPr userDrawn="1"/>
        </p:nvSpPr>
        <p:spPr>
          <a:xfrm>
            <a:off x="-1" y="4866438"/>
            <a:ext cx="30276000" cy="839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48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1D89355-E70B-57EF-714C-E5DD795520AB}"/>
              </a:ext>
            </a:extLst>
          </p:cNvPr>
          <p:cNvSpPr/>
          <p:nvPr/>
        </p:nvSpPr>
        <p:spPr>
          <a:xfrm>
            <a:off x="-1" y="19330583"/>
            <a:ext cx="30276000" cy="1130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06B6F51-E47D-D32C-55C7-27E7AF51ED75}"/>
              </a:ext>
            </a:extLst>
          </p:cNvPr>
          <p:cNvSpPr txBox="1">
            <a:spLocks/>
          </p:cNvSpPr>
          <p:nvPr/>
        </p:nvSpPr>
        <p:spPr>
          <a:xfrm>
            <a:off x="8598768" y="435429"/>
            <a:ext cx="21945600" cy="409302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Title</a:t>
            </a:r>
          </a:p>
          <a:p>
            <a:r>
              <a:rPr lang="en-GB" sz="4000" b="0" dirty="0"/>
              <a:t>Author(s)</a:t>
            </a:r>
          </a:p>
          <a:p>
            <a:r>
              <a:rPr lang="en-GB" sz="4000" b="0" dirty="0"/>
              <a:t>Durban University of Technology, Durban, 4000, South Africa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1E6684-8346-ADCA-350E-580DC81E4942}"/>
              </a:ext>
            </a:extLst>
          </p:cNvPr>
          <p:cNvSpPr txBox="1">
            <a:spLocks/>
          </p:cNvSpPr>
          <p:nvPr/>
        </p:nvSpPr>
        <p:spPr>
          <a:xfrm>
            <a:off x="1362674" y="6076696"/>
            <a:ext cx="12837600" cy="129960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Abstract</a:t>
            </a:r>
          </a:p>
          <a:p>
            <a:r>
              <a:rPr lang="en-GB" sz="4000" b="0" dirty="0"/>
              <a:t>Lorem ipsum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  <a:r>
              <a:rPr lang="en-GB" sz="4000" b="0" dirty="0" err="1"/>
              <a:t>nibh</a:t>
            </a:r>
            <a:r>
              <a:rPr lang="en-GB" sz="4000" b="0" dirty="0"/>
              <a:t> </a:t>
            </a:r>
            <a:r>
              <a:rPr lang="en-GB" sz="4000" b="0" dirty="0" err="1"/>
              <a:t>euismod</a:t>
            </a:r>
            <a:r>
              <a:rPr lang="en-GB" sz="4000" b="0" dirty="0"/>
              <a:t> </a:t>
            </a:r>
            <a:r>
              <a:rPr lang="en-GB" sz="4000" b="0" dirty="0" err="1"/>
              <a:t>tincidunt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laoreet</a:t>
            </a:r>
            <a:r>
              <a:rPr lang="en-GB" sz="4000" b="0" dirty="0"/>
              <a:t> dolore magna </a:t>
            </a:r>
            <a:r>
              <a:rPr lang="en-GB" sz="4000" b="0" dirty="0" err="1"/>
              <a:t>aliquam</a:t>
            </a:r>
            <a:r>
              <a:rPr lang="en-GB" sz="4000" b="0" dirty="0"/>
              <a:t> </a:t>
            </a:r>
            <a:r>
              <a:rPr lang="en-GB" sz="4000" b="0" dirty="0" err="1"/>
              <a:t>erat</a:t>
            </a:r>
            <a:r>
              <a:rPr lang="en-GB" sz="4000" b="0" dirty="0"/>
              <a:t> </a:t>
            </a:r>
            <a:r>
              <a:rPr lang="en-GB" sz="4000" b="0" dirty="0" err="1"/>
              <a:t>volutpat</a:t>
            </a:r>
            <a:r>
              <a:rPr lang="en-GB" sz="4000" b="0" dirty="0"/>
              <a:t>. Ut </a:t>
            </a:r>
            <a:r>
              <a:rPr lang="en-GB" sz="4000" b="0" dirty="0" err="1"/>
              <a:t>wisi</a:t>
            </a:r>
            <a:r>
              <a:rPr lang="en-GB" sz="4000" b="0" dirty="0"/>
              <a:t> </a:t>
            </a:r>
            <a:r>
              <a:rPr lang="en-GB" sz="4000" b="0" dirty="0" err="1"/>
              <a:t>enim</a:t>
            </a:r>
            <a:r>
              <a:rPr lang="en-GB" sz="4000" b="0" dirty="0"/>
              <a:t> ad minim </a:t>
            </a:r>
            <a:r>
              <a:rPr lang="en-GB" sz="4000" b="0" dirty="0" err="1"/>
              <a:t>veniam</a:t>
            </a:r>
            <a:r>
              <a:rPr lang="en-GB" sz="4000" b="0" dirty="0"/>
              <a:t>, </a:t>
            </a:r>
            <a:r>
              <a:rPr lang="en-GB" sz="4000" b="0" dirty="0" err="1"/>
              <a:t>quis</a:t>
            </a:r>
            <a:r>
              <a:rPr lang="en-GB" sz="4000" b="0" dirty="0"/>
              <a:t> </a:t>
            </a:r>
            <a:r>
              <a:rPr lang="en-GB" sz="4000" b="0" dirty="0" err="1"/>
              <a:t>nostrud</a:t>
            </a:r>
            <a:r>
              <a:rPr lang="en-GB" sz="4000" b="0" dirty="0"/>
              <a:t> </a:t>
            </a:r>
            <a:r>
              <a:rPr lang="en-GB" sz="4000" b="0" dirty="0" err="1"/>
              <a:t>exerci</a:t>
            </a:r>
            <a:r>
              <a:rPr lang="en-GB" sz="4000" b="0" dirty="0"/>
              <a:t> </a:t>
            </a:r>
            <a:r>
              <a:rPr lang="en-GB" sz="4000" b="0" dirty="0" err="1"/>
              <a:t>tation</a:t>
            </a:r>
            <a:r>
              <a:rPr lang="en-GB" sz="4000" b="0" dirty="0"/>
              <a:t> </a:t>
            </a:r>
            <a:r>
              <a:rPr lang="en-GB" sz="4000" b="0" dirty="0" err="1"/>
              <a:t>ullamcorper</a:t>
            </a:r>
            <a:r>
              <a:rPr lang="en-GB" sz="4000" b="0" dirty="0"/>
              <a:t> </a:t>
            </a:r>
            <a:r>
              <a:rPr lang="en-GB" sz="4000" b="0" dirty="0" err="1"/>
              <a:t>suscipit</a:t>
            </a:r>
            <a:r>
              <a:rPr lang="en-GB" sz="4000" b="0" dirty="0"/>
              <a:t> </a:t>
            </a:r>
            <a:r>
              <a:rPr lang="en-GB" sz="4000" b="0" dirty="0" err="1"/>
              <a:t>lobortis</a:t>
            </a:r>
            <a:r>
              <a:rPr lang="en-GB" sz="4000" b="0" dirty="0"/>
              <a:t> </a:t>
            </a:r>
            <a:r>
              <a:rPr lang="en-GB" sz="4000" b="0" dirty="0" err="1"/>
              <a:t>nisl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aliquip</a:t>
            </a:r>
            <a:r>
              <a:rPr lang="en-GB" sz="4000" b="0" dirty="0"/>
              <a:t> ex </a:t>
            </a:r>
            <a:r>
              <a:rPr lang="en-GB" sz="4000" b="0" dirty="0" err="1"/>
              <a:t>ea</a:t>
            </a:r>
            <a:r>
              <a:rPr lang="en-GB" sz="4000" b="0" dirty="0"/>
              <a:t> </a:t>
            </a:r>
            <a:r>
              <a:rPr lang="en-GB" sz="4000" b="0" dirty="0" err="1"/>
              <a:t>commodo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. </a:t>
            </a:r>
          </a:p>
          <a:p>
            <a:endParaRPr lang="en-GB" sz="4000" b="0" dirty="0"/>
          </a:p>
          <a:p>
            <a:r>
              <a:rPr lang="en-GB" sz="5400" dirty="0">
                <a:solidFill>
                  <a:schemeClr val="accent1"/>
                </a:solidFill>
              </a:rPr>
              <a:t>Aims and Objectives</a:t>
            </a:r>
          </a:p>
          <a:p>
            <a:r>
              <a:rPr lang="en-GB" sz="4000" b="0" dirty="0"/>
              <a:t>Lorem ipsum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  <a:r>
              <a:rPr lang="en-GB" sz="4000" b="0" dirty="0" err="1"/>
              <a:t>nibh</a:t>
            </a:r>
            <a:r>
              <a:rPr lang="en-GB" sz="4000" b="0" dirty="0"/>
              <a:t> </a:t>
            </a:r>
            <a:r>
              <a:rPr lang="en-GB" sz="4000" b="0" dirty="0" err="1"/>
              <a:t>euismod</a:t>
            </a:r>
            <a:r>
              <a:rPr lang="en-GB" sz="4000" b="0" dirty="0"/>
              <a:t> </a:t>
            </a:r>
            <a:r>
              <a:rPr lang="en-GB" sz="4000" b="0" dirty="0" err="1"/>
              <a:t>tincidunt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laoreet</a:t>
            </a:r>
            <a:r>
              <a:rPr lang="en-GB" sz="4000" b="0" dirty="0"/>
              <a:t> dolore magna </a:t>
            </a:r>
            <a:r>
              <a:rPr lang="en-GB" sz="4000" b="0" dirty="0" err="1"/>
              <a:t>aliquam</a:t>
            </a:r>
            <a:r>
              <a:rPr lang="en-GB" sz="4000" b="0" dirty="0"/>
              <a:t> </a:t>
            </a:r>
            <a:r>
              <a:rPr lang="en-GB" sz="4000" b="0" dirty="0" err="1"/>
              <a:t>erat</a:t>
            </a:r>
            <a:r>
              <a:rPr lang="en-GB" sz="4000" b="0" dirty="0"/>
              <a:t> </a:t>
            </a:r>
            <a:r>
              <a:rPr lang="en-GB" sz="4000" b="0" dirty="0" err="1"/>
              <a:t>volutpat</a:t>
            </a:r>
            <a:r>
              <a:rPr lang="en-GB" sz="4000" b="0" dirty="0"/>
              <a:t>. Ut </a:t>
            </a:r>
            <a:r>
              <a:rPr lang="en-GB" sz="4000" b="0" dirty="0" err="1"/>
              <a:t>wisi</a:t>
            </a:r>
            <a:r>
              <a:rPr lang="en-GB" sz="4000" b="0" dirty="0"/>
              <a:t> </a:t>
            </a:r>
            <a:r>
              <a:rPr lang="en-GB" sz="4000" b="0" dirty="0" err="1"/>
              <a:t>enim</a:t>
            </a:r>
            <a:r>
              <a:rPr lang="en-GB" sz="4000" b="0" dirty="0"/>
              <a:t> ad minim </a:t>
            </a:r>
            <a:r>
              <a:rPr lang="en-GB" sz="4000" b="0" dirty="0" err="1"/>
              <a:t>veniam</a:t>
            </a:r>
            <a:r>
              <a:rPr lang="en-GB" sz="4000" b="0" dirty="0"/>
              <a:t>, </a:t>
            </a:r>
            <a:r>
              <a:rPr lang="en-GB" sz="4000" b="0" dirty="0" err="1"/>
              <a:t>quis</a:t>
            </a:r>
            <a:r>
              <a:rPr lang="en-GB" sz="4000" b="0" dirty="0"/>
              <a:t> </a:t>
            </a:r>
            <a:r>
              <a:rPr lang="en-GB" sz="4000" b="0" dirty="0" err="1"/>
              <a:t>nostrud</a:t>
            </a:r>
            <a:r>
              <a:rPr lang="en-GB" sz="4000" b="0" dirty="0"/>
              <a:t> </a:t>
            </a:r>
            <a:r>
              <a:rPr lang="en-GB" sz="4000" b="0" dirty="0" err="1"/>
              <a:t>exerci</a:t>
            </a:r>
            <a:r>
              <a:rPr lang="en-GB" sz="4000" b="0" dirty="0"/>
              <a:t> </a:t>
            </a:r>
            <a:r>
              <a:rPr lang="en-GB" sz="4000" b="0" dirty="0" err="1"/>
              <a:t>tation</a:t>
            </a:r>
            <a:r>
              <a:rPr lang="en-GB" sz="4000" b="0" dirty="0"/>
              <a:t> </a:t>
            </a:r>
            <a:r>
              <a:rPr lang="en-GB" sz="4000" b="0" dirty="0" err="1"/>
              <a:t>ullamcorper</a:t>
            </a:r>
            <a:r>
              <a:rPr lang="en-GB" sz="4000" b="0" dirty="0"/>
              <a:t> </a:t>
            </a:r>
            <a:r>
              <a:rPr lang="en-GB" sz="4000" b="0" dirty="0" err="1"/>
              <a:t>suscipit</a:t>
            </a:r>
            <a:r>
              <a:rPr lang="en-GB" sz="4000" b="0" dirty="0"/>
              <a:t> </a:t>
            </a:r>
            <a:r>
              <a:rPr lang="en-GB" sz="4000" b="0" dirty="0" err="1"/>
              <a:t>lobortis</a:t>
            </a:r>
            <a:r>
              <a:rPr lang="en-GB" sz="4000" b="0" dirty="0"/>
              <a:t> </a:t>
            </a:r>
            <a:r>
              <a:rPr lang="en-GB" sz="4000" b="0" dirty="0" err="1"/>
              <a:t>nisl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aliquip</a:t>
            </a:r>
            <a:r>
              <a:rPr lang="en-GB" sz="4000" b="0" dirty="0"/>
              <a:t> ex </a:t>
            </a:r>
            <a:r>
              <a:rPr lang="en-GB" sz="4000" b="0" dirty="0" err="1"/>
              <a:t>ea</a:t>
            </a:r>
            <a:r>
              <a:rPr lang="en-GB" sz="4000" b="0" dirty="0"/>
              <a:t> </a:t>
            </a:r>
            <a:r>
              <a:rPr lang="en-GB" sz="4000" b="0" dirty="0" err="1"/>
              <a:t>commodo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. Duis autem </a:t>
            </a:r>
            <a:r>
              <a:rPr lang="en-GB" sz="4000" b="0" dirty="0" err="1"/>
              <a:t>vel</a:t>
            </a:r>
            <a:r>
              <a:rPr lang="en-GB" sz="4000" b="0" dirty="0"/>
              <a:t> </a:t>
            </a:r>
            <a:r>
              <a:rPr lang="en-GB" sz="4000" b="0" dirty="0" err="1"/>
              <a:t>eum</a:t>
            </a:r>
            <a:r>
              <a:rPr lang="en-GB" sz="4000" b="0" dirty="0"/>
              <a:t> </a:t>
            </a:r>
            <a:r>
              <a:rPr lang="en-GB" sz="4000" b="0" dirty="0" err="1"/>
              <a:t>iriure</a:t>
            </a:r>
            <a:r>
              <a:rPr lang="en-GB" sz="4000" b="0" dirty="0"/>
              <a:t> </a:t>
            </a:r>
            <a:r>
              <a:rPr lang="en-GB" sz="4000" b="0" dirty="0" err="1"/>
              <a:t>dolor</a:t>
            </a:r>
            <a:r>
              <a:rPr lang="en-GB" sz="4000" b="0" dirty="0"/>
              <a:t> in </a:t>
            </a:r>
            <a:r>
              <a:rPr lang="en-GB" sz="4000" b="0" dirty="0" err="1"/>
              <a:t>hendrerit</a:t>
            </a:r>
            <a:r>
              <a:rPr lang="en-GB" sz="4000" b="0" dirty="0"/>
              <a:t> in </a:t>
            </a:r>
            <a:r>
              <a:rPr lang="en-GB" sz="4000" b="0" dirty="0" err="1"/>
              <a:t>vulputate</a:t>
            </a:r>
            <a:r>
              <a:rPr lang="en-GB" sz="4000" b="0" dirty="0"/>
              <a:t> </a:t>
            </a:r>
            <a:r>
              <a:rPr lang="en-GB" sz="4000" b="0" dirty="0" err="1"/>
              <a:t>velit</a:t>
            </a:r>
            <a:r>
              <a:rPr lang="en-GB" sz="4000" b="0" dirty="0"/>
              <a:t> esse </a:t>
            </a:r>
            <a:r>
              <a:rPr lang="en-GB" sz="4000" b="0" dirty="0" err="1"/>
              <a:t>molestie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, </a:t>
            </a:r>
            <a:r>
              <a:rPr lang="en-GB" sz="4000" b="0" dirty="0" err="1"/>
              <a:t>vel</a:t>
            </a:r>
            <a:r>
              <a:rPr lang="en-GB" sz="4000" b="0" dirty="0"/>
              <a:t> illum dolore </a:t>
            </a:r>
            <a:r>
              <a:rPr lang="en-GB" sz="4000" b="0" dirty="0" err="1"/>
              <a:t>eu</a:t>
            </a:r>
            <a:r>
              <a:rPr lang="en-GB" sz="4000" b="0" dirty="0"/>
              <a:t> </a:t>
            </a:r>
            <a:r>
              <a:rPr lang="en-GB" sz="4000" b="0" dirty="0" err="1"/>
              <a:t>feugiat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facilisis</a:t>
            </a:r>
            <a:r>
              <a:rPr lang="en-GB" sz="4000" b="0" dirty="0"/>
              <a:t> at </a:t>
            </a:r>
            <a:r>
              <a:rPr lang="en-GB" sz="4000" b="0" dirty="0" err="1"/>
              <a:t>vero</a:t>
            </a:r>
            <a:r>
              <a:rPr lang="en-GB" sz="4000" b="0" dirty="0"/>
              <a:t> eros et </a:t>
            </a:r>
            <a:r>
              <a:rPr lang="en-GB" sz="4000" b="0" dirty="0" err="1"/>
              <a:t>accumsan</a:t>
            </a:r>
            <a:r>
              <a:rPr lang="en-GB" sz="4000" b="0" dirty="0"/>
              <a:t> et </a:t>
            </a:r>
            <a:r>
              <a:rPr lang="en-GB" sz="4000" b="0" dirty="0" err="1"/>
              <a:t>iusto</a:t>
            </a:r>
            <a:r>
              <a:rPr lang="en-GB" sz="4000" b="0" dirty="0"/>
              <a:t> </a:t>
            </a:r>
            <a:r>
              <a:rPr lang="en-GB" sz="4000" b="0" dirty="0" err="1"/>
              <a:t>odio</a:t>
            </a:r>
            <a:r>
              <a:rPr lang="en-GB" sz="4000" b="0" dirty="0"/>
              <a:t> </a:t>
            </a:r>
            <a:r>
              <a:rPr lang="en-GB" sz="4000" b="0" dirty="0" err="1"/>
              <a:t>dignissim</a:t>
            </a:r>
            <a:r>
              <a:rPr lang="en-GB" sz="4000" b="0" dirty="0"/>
              <a:t> qui </a:t>
            </a:r>
            <a:r>
              <a:rPr lang="en-GB" sz="4000" b="0" dirty="0" err="1"/>
              <a:t>blandit</a:t>
            </a:r>
            <a:r>
              <a:rPr lang="en-GB" sz="4000" b="0" dirty="0"/>
              <a:t> </a:t>
            </a:r>
            <a:r>
              <a:rPr lang="en-GB" sz="4000" b="0" dirty="0" err="1"/>
              <a:t>praesent</a:t>
            </a:r>
            <a:r>
              <a:rPr lang="en-GB" sz="4000" b="0" dirty="0"/>
              <a:t> </a:t>
            </a:r>
            <a:r>
              <a:rPr lang="en-GB" sz="4000" b="0" dirty="0" err="1"/>
              <a:t>luptatum</a:t>
            </a:r>
            <a:r>
              <a:rPr lang="en-GB" sz="4000" b="0" dirty="0"/>
              <a:t> </a:t>
            </a:r>
            <a:r>
              <a:rPr lang="en-GB" sz="4000" b="0" dirty="0" err="1"/>
              <a:t>zzril</a:t>
            </a:r>
            <a:r>
              <a:rPr lang="en-GB" sz="4000" b="0" dirty="0"/>
              <a:t> </a:t>
            </a:r>
            <a:r>
              <a:rPr lang="en-GB" sz="4000" b="0" dirty="0" err="1"/>
              <a:t>delenit</a:t>
            </a:r>
            <a:r>
              <a:rPr lang="en-GB" sz="4000" b="0" dirty="0"/>
              <a:t> </a:t>
            </a:r>
            <a:r>
              <a:rPr lang="en-GB" sz="4000" b="0" dirty="0" err="1"/>
              <a:t>augue</a:t>
            </a:r>
            <a:r>
              <a:rPr lang="en-GB" sz="4000" b="0" dirty="0"/>
              <a:t> </a:t>
            </a:r>
            <a:r>
              <a:rPr lang="en-GB" sz="4000" b="0" dirty="0" err="1"/>
              <a:t>duis</a:t>
            </a:r>
            <a:r>
              <a:rPr lang="en-GB" sz="4000" b="0" dirty="0"/>
              <a:t> dolore </a:t>
            </a:r>
            <a:r>
              <a:rPr lang="en-GB" sz="4000" b="0" dirty="0" err="1"/>
              <a:t>te</a:t>
            </a:r>
            <a:r>
              <a:rPr lang="en-GB" sz="4000" b="0" dirty="0"/>
              <a:t> </a:t>
            </a:r>
            <a:r>
              <a:rPr lang="en-GB" sz="4000" b="0" dirty="0" err="1"/>
              <a:t>feugait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</a:t>
            </a:r>
            <a:r>
              <a:rPr lang="en-GB" sz="4000" b="0" dirty="0"/>
              <a:t>.</a:t>
            </a:r>
          </a:p>
          <a:p>
            <a:endParaRPr lang="en-GB" sz="4000" b="0"/>
          </a:p>
          <a:p>
            <a:endParaRPr lang="en-GB" sz="4000" b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405BA9-8A90-2766-CB10-FF1A9D481BCA}"/>
              </a:ext>
            </a:extLst>
          </p:cNvPr>
          <p:cNvSpPr txBox="1">
            <a:spLocks/>
          </p:cNvSpPr>
          <p:nvPr/>
        </p:nvSpPr>
        <p:spPr>
          <a:xfrm>
            <a:off x="15137607" y="6076697"/>
            <a:ext cx="12837600" cy="1325388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Research and Methodology</a:t>
            </a:r>
          </a:p>
          <a:p>
            <a:r>
              <a:rPr lang="en-GB" sz="4800" dirty="0">
                <a:solidFill>
                  <a:schemeClr val="accent1"/>
                </a:solidFill>
              </a:rPr>
              <a:t>Sub-heading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4000" b="0" dirty="0"/>
              <a:t>Lorem ipsum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  <a:r>
              <a:rPr lang="en-GB" sz="4000" b="0" dirty="0" err="1"/>
              <a:t>nibh</a:t>
            </a:r>
            <a:r>
              <a:rPr lang="en-GB" sz="4000" b="0" dirty="0"/>
              <a:t> </a:t>
            </a:r>
            <a:r>
              <a:rPr lang="en-GB" sz="4000" b="0" dirty="0" err="1"/>
              <a:t>euismod</a:t>
            </a:r>
            <a:r>
              <a:rPr lang="en-GB" sz="4000" b="0" dirty="0"/>
              <a:t> </a:t>
            </a:r>
            <a:r>
              <a:rPr lang="en-GB" sz="4000" b="0" dirty="0" err="1"/>
              <a:t>tincidunt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laoreet</a:t>
            </a:r>
            <a:r>
              <a:rPr lang="en-GB" sz="4000" b="0" dirty="0"/>
              <a:t> dolore magna </a:t>
            </a:r>
            <a:r>
              <a:rPr lang="en-GB" sz="4000" b="0" dirty="0" err="1"/>
              <a:t>aliquam</a:t>
            </a:r>
            <a:r>
              <a:rPr lang="en-GB" sz="4000" b="0" dirty="0"/>
              <a:t> </a:t>
            </a:r>
            <a:r>
              <a:rPr lang="en-GB" sz="4000" b="0" dirty="0" err="1"/>
              <a:t>erat</a:t>
            </a:r>
            <a:r>
              <a:rPr lang="en-GB" sz="4000" b="0" dirty="0"/>
              <a:t> </a:t>
            </a:r>
            <a:r>
              <a:rPr lang="en-GB" sz="4000" b="0" dirty="0" err="1"/>
              <a:t>volutpat</a:t>
            </a:r>
            <a:r>
              <a:rPr lang="en-GB" sz="40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4000" b="0" dirty="0"/>
              <a:t>Ut </a:t>
            </a:r>
            <a:r>
              <a:rPr lang="en-GB" sz="4000" b="0" dirty="0" err="1"/>
              <a:t>wisi</a:t>
            </a:r>
            <a:r>
              <a:rPr lang="en-GB" sz="4000" b="0" dirty="0"/>
              <a:t> </a:t>
            </a:r>
            <a:r>
              <a:rPr lang="en-GB" sz="4000" b="0" dirty="0" err="1"/>
              <a:t>enim</a:t>
            </a:r>
            <a:r>
              <a:rPr lang="en-GB" sz="4000" b="0" dirty="0"/>
              <a:t> ad minim </a:t>
            </a:r>
            <a:r>
              <a:rPr lang="en-GB" sz="4000" b="0" dirty="0" err="1"/>
              <a:t>veniam</a:t>
            </a:r>
            <a:r>
              <a:rPr lang="en-GB" sz="4000" b="0" dirty="0"/>
              <a:t>, </a:t>
            </a:r>
            <a:r>
              <a:rPr lang="en-GB" sz="4000" b="0" dirty="0" err="1"/>
              <a:t>quis</a:t>
            </a:r>
            <a:r>
              <a:rPr lang="en-GB" sz="4000" b="0" dirty="0"/>
              <a:t> </a:t>
            </a:r>
            <a:r>
              <a:rPr lang="en-GB" sz="4000" b="0" dirty="0" err="1"/>
              <a:t>nostrud</a:t>
            </a:r>
            <a:r>
              <a:rPr lang="en-GB" sz="4000" b="0" dirty="0"/>
              <a:t> </a:t>
            </a:r>
            <a:r>
              <a:rPr lang="en-GB" sz="4000" b="0" dirty="0" err="1"/>
              <a:t>exerci</a:t>
            </a:r>
            <a:r>
              <a:rPr lang="en-GB" sz="4000" b="0" dirty="0"/>
              <a:t> </a:t>
            </a:r>
            <a:r>
              <a:rPr lang="en-GB" sz="4000" b="0" dirty="0" err="1"/>
              <a:t>tation</a:t>
            </a:r>
            <a:r>
              <a:rPr lang="en-GB" sz="4000" b="0" dirty="0"/>
              <a:t> </a:t>
            </a:r>
            <a:r>
              <a:rPr lang="en-GB" sz="4000" b="0" dirty="0" err="1"/>
              <a:t>ullamcorper</a:t>
            </a:r>
            <a:r>
              <a:rPr lang="en-GB" sz="4000" b="0" dirty="0"/>
              <a:t> </a:t>
            </a:r>
            <a:r>
              <a:rPr lang="en-GB" sz="4000" b="0" dirty="0" err="1"/>
              <a:t>suscipit</a:t>
            </a:r>
            <a:r>
              <a:rPr lang="en-GB" sz="4000" b="0" dirty="0"/>
              <a:t> </a:t>
            </a:r>
            <a:r>
              <a:rPr lang="en-GB" sz="4000" b="0" dirty="0" err="1"/>
              <a:t>lobortis</a:t>
            </a:r>
            <a:r>
              <a:rPr lang="en-GB" sz="4000" b="0" dirty="0"/>
              <a:t> </a:t>
            </a:r>
            <a:r>
              <a:rPr lang="en-GB" sz="4000" b="0" dirty="0" err="1"/>
              <a:t>nisl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aliquip</a:t>
            </a:r>
            <a:r>
              <a:rPr lang="en-GB" sz="4000" b="0" dirty="0"/>
              <a:t> ex </a:t>
            </a:r>
            <a:r>
              <a:rPr lang="en-GB" sz="4000" b="0" dirty="0" err="1"/>
              <a:t>ea</a:t>
            </a:r>
            <a:r>
              <a:rPr lang="en-GB" sz="4000" b="0" dirty="0"/>
              <a:t> </a:t>
            </a:r>
            <a:r>
              <a:rPr lang="en-GB" sz="4000" b="0" dirty="0" err="1"/>
              <a:t>commodo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4000" b="0" dirty="0"/>
              <a:t>Duis autem </a:t>
            </a:r>
            <a:r>
              <a:rPr lang="en-GB" sz="4000" b="0" dirty="0" err="1"/>
              <a:t>vel</a:t>
            </a:r>
            <a:r>
              <a:rPr lang="en-GB" sz="4000" b="0" dirty="0"/>
              <a:t> </a:t>
            </a:r>
            <a:r>
              <a:rPr lang="en-GB" sz="4000" b="0" dirty="0" err="1"/>
              <a:t>eum</a:t>
            </a:r>
            <a:r>
              <a:rPr lang="en-GB" sz="4000" b="0" dirty="0"/>
              <a:t> </a:t>
            </a:r>
            <a:r>
              <a:rPr lang="en-GB" sz="4000" b="0" dirty="0" err="1"/>
              <a:t>iriure</a:t>
            </a:r>
            <a:r>
              <a:rPr lang="en-GB" sz="4000" b="0" dirty="0"/>
              <a:t> </a:t>
            </a:r>
            <a:r>
              <a:rPr lang="en-GB" sz="4000" b="0" dirty="0" err="1"/>
              <a:t>dolor</a:t>
            </a:r>
            <a:r>
              <a:rPr lang="en-GB" sz="4000" b="0" dirty="0"/>
              <a:t> in </a:t>
            </a:r>
            <a:r>
              <a:rPr lang="en-GB" sz="4000" b="0" dirty="0" err="1"/>
              <a:t>hendrerit</a:t>
            </a:r>
            <a:r>
              <a:rPr lang="en-GB" sz="4000" b="0" dirty="0"/>
              <a:t> in </a:t>
            </a:r>
            <a:r>
              <a:rPr lang="en-GB" sz="4000" b="0" dirty="0" err="1"/>
              <a:t>vulputate</a:t>
            </a:r>
            <a:r>
              <a:rPr lang="en-GB" sz="4000" b="0" dirty="0"/>
              <a:t> </a:t>
            </a:r>
            <a:r>
              <a:rPr lang="en-GB" sz="4000" b="0" dirty="0" err="1"/>
              <a:t>velit</a:t>
            </a:r>
            <a:r>
              <a:rPr lang="en-GB" sz="4000" b="0" dirty="0"/>
              <a:t> esse </a:t>
            </a:r>
            <a:r>
              <a:rPr lang="en-GB" sz="4000" b="0" dirty="0" err="1"/>
              <a:t>molestie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, </a:t>
            </a:r>
            <a:r>
              <a:rPr lang="en-GB" sz="4000" b="0" dirty="0" err="1"/>
              <a:t>vel</a:t>
            </a:r>
            <a:r>
              <a:rPr lang="en-GB" sz="4000" b="0" dirty="0"/>
              <a:t> illum dolore </a:t>
            </a:r>
            <a:r>
              <a:rPr lang="en-GB" sz="4000" b="0" dirty="0" err="1"/>
              <a:t>eu</a:t>
            </a:r>
            <a:r>
              <a:rPr lang="en-GB" sz="4000" b="0" dirty="0"/>
              <a:t> </a:t>
            </a:r>
            <a:r>
              <a:rPr lang="en-GB" sz="4000" b="0" dirty="0" err="1"/>
              <a:t>feugiat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facilisis</a:t>
            </a:r>
            <a:r>
              <a:rPr lang="en-GB" sz="4000" b="0" dirty="0"/>
              <a:t> at </a:t>
            </a:r>
            <a:r>
              <a:rPr lang="en-GB" sz="4000" b="0" dirty="0" err="1"/>
              <a:t>vero</a:t>
            </a:r>
            <a:r>
              <a:rPr lang="en-GB" sz="4000" b="0" dirty="0"/>
              <a:t> eros et </a:t>
            </a:r>
            <a:r>
              <a:rPr lang="en-GB" sz="4000" b="0" dirty="0" err="1"/>
              <a:t>accumsan</a:t>
            </a:r>
            <a:r>
              <a:rPr lang="en-GB" sz="4000" b="0" dirty="0"/>
              <a:t> et </a:t>
            </a:r>
            <a:r>
              <a:rPr lang="en-GB" sz="4000" b="0" dirty="0" err="1"/>
              <a:t>iusto</a:t>
            </a:r>
            <a:r>
              <a:rPr lang="en-GB" sz="4000" b="0" dirty="0"/>
              <a:t> </a:t>
            </a:r>
            <a:r>
              <a:rPr lang="en-GB" sz="4000" b="0" dirty="0" err="1"/>
              <a:t>odio</a:t>
            </a:r>
            <a:r>
              <a:rPr lang="en-GB" sz="4000" b="0" dirty="0"/>
              <a:t> </a:t>
            </a:r>
            <a:r>
              <a:rPr lang="en-GB" sz="4000" b="0" dirty="0" err="1"/>
              <a:t>dignissim</a:t>
            </a:r>
            <a:r>
              <a:rPr lang="en-GB" sz="4000" b="0" dirty="0"/>
              <a:t> qui </a:t>
            </a:r>
            <a:r>
              <a:rPr lang="en-GB" sz="4000" b="0" dirty="0" err="1"/>
              <a:t>blandit</a:t>
            </a:r>
            <a:r>
              <a:rPr lang="en-GB" sz="4000" b="0" dirty="0"/>
              <a:t> </a:t>
            </a:r>
            <a:r>
              <a:rPr lang="en-GB" sz="4000" b="0" dirty="0" err="1"/>
              <a:t>praesent</a:t>
            </a:r>
            <a:r>
              <a:rPr lang="en-GB" sz="4000" b="0" dirty="0"/>
              <a:t> </a:t>
            </a:r>
            <a:r>
              <a:rPr lang="en-GB" sz="4000" b="0" dirty="0" err="1"/>
              <a:t>luptatum</a:t>
            </a:r>
            <a:r>
              <a:rPr lang="en-GB" sz="4000" b="0" dirty="0"/>
              <a:t> </a:t>
            </a:r>
            <a:r>
              <a:rPr lang="en-GB" sz="4000" b="0" dirty="0" err="1"/>
              <a:t>zzril</a:t>
            </a:r>
            <a:r>
              <a:rPr lang="en-GB" sz="4000" b="0" dirty="0"/>
              <a:t> </a:t>
            </a:r>
            <a:r>
              <a:rPr lang="en-GB" sz="4000" b="0" dirty="0" err="1"/>
              <a:t>delenit</a:t>
            </a:r>
            <a:r>
              <a:rPr lang="en-GB" sz="4000" b="0" dirty="0"/>
              <a:t> </a:t>
            </a:r>
            <a:r>
              <a:rPr lang="en-GB" sz="4000" b="0" dirty="0" err="1"/>
              <a:t>augue</a:t>
            </a:r>
            <a:r>
              <a:rPr lang="en-GB" sz="4000" b="0" dirty="0"/>
              <a:t> </a:t>
            </a:r>
            <a:r>
              <a:rPr lang="en-GB" sz="4000" b="0" dirty="0" err="1"/>
              <a:t>duis</a:t>
            </a:r>
            <a:r>
              <a:rPr lang="en-GB" sz="4000" b="0" dirty="0"/>
              <a:t> dolore </a:t>
            </a:r>
            <a:r>
              <a:rPr lang="en-GB" sz="4000" b="0" dirty="0" err="1"/>
              <a:t>te</a:t>
            </a:r>
            <a:r>
              <a:rPr lang="en-GB" sz="4000" b="0" dirty="0"/>
              <a:t> </a:t>
            </a:r>
            <a:r>
              <a:rPr lang="en-GB" sz="4000" b="0" dirty="0" err="1"/>
              <a:t>feugait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</a:t>
            </a:r>
            <a:r>
              <a:rPr lang="en-GB" sz="4000" b="0" dirty="0"/>
              <a:t>.</a:t>
            </a:r>
          </a:p>
          <a:p>
            <a:pPr marL="742950" indent="-742950">
              <a:buFont typeface="+mj-lt"/>
              <a:buAutoNum type="arabicPeriod"/>
            </a:pPr>
            <a:endParaRPr lang="en-GB" sz="4000" b="0" dirty="0"/>
          </a:p>
          <a:p>
            <a:r>
              <a:rPr lang="en-GB" sz="4800" dirty="0">
                <a:solidFill>
                  <a:schemeClr val="accent1"/>
                </a:solidFill>
              </a:rPr>
              <a:t>Sub-heading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GB" sz="4000" b="0" dirty="0"/>
              <a:t>Lorem ipsum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  <a:r>
              <a:rPr lang="en-GB" sz="4000" b="0" dirty="0" err="1"/>
              <a:t>nibh</a:t>
            </a:r>
            <a:r>
              <a:rPr lang="en-GB" sz="4000" b="0" dirty="0"/>
              <a:t> </a:t>
            </a:r>
            <a:r>
              <a:rPr lang="en-GB" sz="4000" b="0" dirty="0" err="1"/>
              <a:t>euismod</a:t>
            </a:r>
            <a:r>
              <a:rPr lang="en-GB" sz="4000" b="0" dirty="0"/>
              <a:t> </a:t>
            </a:r>
            <a:r>
              <a:rPr lang="en-GB" sz="4000" b="0" dirty="0" err="1"/>
              <a:t>tincidunt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laoreet</a:t>
            </a:r>
            <a:r>
              <a:rPr lang="en-GB" sz="4000" b="0" dirty="0"/>
              <a:t> dolore magna </a:t>
            </a:r>
            <a:r>
              <a:rPr lang="en-GB" sz="4000" b="0" dirty="0" err="1"/>
              <a:t>aliquam</a:t>
            </a:r>
            <a:r>
              <a:rPr lang="en-GB" sz="4000" b="0" dirty="0"/>
              <a:t> </a:t>
            </a:r>
            <a:r>
              <a:rPr lang="en-GB" sz="4000" b="0" dirty="0" err="1"/>
              <a:t>erat</a:t>
            </a:r>
            <a:r>
              <a:rPr lang="en-GB" sz="4000" b="0" dirty="0"/>
              <a:t> </a:t>
            </a:r>
            <a:r>
              <a:rPr lang="en-GB" sz="4000" b="0" dirty="0" err="1"/>
              <a:t>volutpat</a:t>
            </a:r>
            <a:r>
              <a:rPr lang="en-GB" sz="4000" b="0" dirty="0"/>
              <a:t>. 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GB" sz="4000" b="0" dirty="0"/>
              <a:t>Ut </a:t>
            </a:r>
            <a:r>
              <a:rPr lang="en-GB" sz="4000" b="0" dirty="0" err="1"/>
              <a:t>wisi</a:t>
            </a:r>
            <a:r>
              <a:rPr lang="en-GB" sz="4000" b="0" dirty="0"/>
              <a:t> </a:t>
            </a:r>
            <a:r>
              <a:rPr lang="en-GB" sz="4000" b="0" dirty="0" err="1"/>
              <a:t>enim</a:t>
            </a:r>
            <a:r>
              <a:rPr lang="en-GB" sz="4000" b="0" dirty="0"/>
              <a:t> ad minim </a:t>
            </a:r>
            <a:r>
              <a:rPr lang="en-GB" sz="4000" b="0" dirty="0" err="1"/>
              <a:t>veniam</a:t>
            </a:r>
            <a:r>
              <a:rPr lang="en-GB" sz="4000" b="0" dirty="0"/>
              <a:t>, </a:t>
            </a:r>
            <a:r>
              <a:rPr lang="en-GB" sz="4000" b="0" dirty="0" err="1"/>
              <a:t>quis</a:t>
            </a:r>
            <a:r>
              <a:rPr lang="en-GB" sz="4000" b="0" dirty="0"/>
              <a:t> </a:t>
            </a:r>
            <a:r>
              <a:rPr lang="en-GB" sz="4000" b="0" dirty="0" err="1"/>
              <a:t>nostrud</a:t>
            </a:r>
            <a:r>
              <a:rPr lang="en-GB" sz="4000" b="0" dirty="0"/>
              <a:t> </a:t>
            </a:r>
            <a:r>
              <a:rPr lang="en-GB" sz="4000" b="0" dirty="0" err="1"/>
              <a:t>exerci</a:t>
            </a:r>
            <a:r>
              <a:rPr lang="en-GB" sz="4000" b="0" dirty="0"/>
              <a:t> </a:t>
            </a:r>
            <a:r>
              <a:rPr lang="en-GB" sz="4000" b="0" dirty="0" err="1"/>
              <a:t>tation</a:t>
            </a:r>
            <a:r>
              <a:rPr lang="en-GB" sz="4000" b="0" dirty="0"/>
              <a:t> </a:t>
            </a:r>
            <a:r>
              <a:rPr lang="en-GB" sz="4000" b="0" dirty="0" err="1"/>
              <a:t>ullamcorper</a:t>
            </a:r>
            <a:r>
              <a:rPr lang="en-GB" sz="4000" b="0" dirty="0"/>
              <a:t> </a:t>
            </a:r>
            <a:r>
              <a:rPr lang="en-GB" sz="4000" b="0" dirty="0" err="1"/>
              <a:t>suscipit</a:t>
            </a:r>
            <a:r>
              <a:rPr lang="en-GB" sz="4000" b="0" dirty="0"/>
              <a:t> </a:t>
            </a:r>
            <a:r>
              <a:rPr lang="en-GB" sz="4000" b="0" dirty="0" err="1"/>
              <a:t>lobortis</a:t>
            </a:r>
            <a:r>
              <a:rPr lang="en-GB" sz="4000" b="0" dirty="0"/>
              <a:t> </a:t>
            </a:r>
            <a:r>
              <a:rPr lang="en-GB" sz="4000" b="0" dirty="0" err="1"/>
              <a:t>nisl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aliquip</a:t>
            </a:r>
            <a:r>
              <a:rPr lang="en-GB" sz="4000" b="0" dirty="0"/>
              <a:t> ex </a:t>
            </a:r>
            <a:r>
              <a:rPr lang="en-GB" sz="4000" b="0" dirty="0" err="1"/>
              <a:t>ea</a:t>
            </a:r>
            <a:r>
              <a:rPr lang="en-GB" sz="4000" b="0" dirty="0"/>
              <a:t> </a:t>
            </a:r>
            <a:r>
              <a:rPr lang="en-GB" sz="4000" b="0" dirty="0" err="1"/>
              <a:t>commodo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FEC2C82-0C8D-812C-011F-A050F507B9F9}"/>
              </a:ext>
            </a:extLst>
          </p:cNvPr>
          <p:cNvSpPr txBox="1">
            <a:spLocks/>
          </p:cNvSpPr>
          <p:nvPr/>
        </p:nvSpPr>
        <p:spPr>
          <a:xfrm>
            <a:off x="1283568" y="20677362"/>
            <a:ext cx="27301371" cy="14855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DC6DA9B-2CC5-3D8F-768C-14A4397A4351}"/>
              </a:ext>
            </a:extLst>
          </p:cNvPr>
          <p:cNvSpPr txBox="1">
            <a:spLocks/>
          </p:cNvSpPr>
          <p:nvPr/>
        </p:nvSpPr>
        <p:spPr>
          <a:xfrm>
            <a:off x="1283569" y="31979179"/>
            <a:ext cx="12837600" cy="89554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Discussion and Conclusion</a:t>
            </a:r>
          </a:p>
          <a:p>
            <a:r>
              <a:rPr lang="en-GB" sz="4000" b="0" dirty="0"/>
              <a:t>Lorem ipsum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  <a:r>
              <a:rPr lang="en-GB" sz="4000" b="0" dirty="0" err="1"/>
              <a:t>nibh</a:t>
            </a:r>
            <a:r>
              <a:rPr lang="en-GB" sz="4000" b="0" dirty="0"/>
              <a:t> </a:t>
            </a:r>
            <a:r>
              <a:rPr lang="en-GB" sz="4000" b="0" dirty="0" err="1"/>
              <a:t>euismod</a:t>
            </a:r>
            <a:r>
              <a:rPr lang="en-GB" sz="4000" b="0" dirty="0"/>
              <a:t> </a:t>
            </a:r>
            <a:r>
              <a:rPr lang="en-GB" sz="4000" b="0" dirty="0" err="1"/>
              <a:t>tincidunt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laoreet</a:t>
            </a:r>
            <a:r>
              <a:rPr lang="en-GB" sz="4000" b="0" dirty="0"/>
              <a:t> dolore magna </a:t>
            </a:r>
            <a:r>
              <a:rPr lang="en-GB" sz="4000" b="0" dirty="0" err="1"/>
              <a:t>aliquam</a:t>
            </a:r>
            <a:r>
              <a:rPr lang="en-GB" sz="4000" b="0" dirty="0"/>
              <a:t> </a:t>
            </a:r>
            <a:r>
              <a:rPr lang="en-GB" sz="4000" b="0" dirty="0" err="1"/>
              <a:t>erat</a:t>
            </a:r>
            <a:r>
              <a:rPr lang="en-GB" sz="4000" b="0" dirty="0"/>
              <a:t> </a:t>
            </a:r>
            <a:r>
              <a:rPr lang="en-GB" sz="4000" b="0" dirty="0" err="1"/>
              <a:t>volutpat</a:t>
            </a:r>
            <a:r>
              <a:rPr lang="en-GB" sz="4000" b="0" dirty="0"/>
              <a:t>. Ut </a:t>
            </a:r>
            <a:r>
              <a:rPr lang="en-GB" sz="4000" b="0" dirty="0" err="1"/>
              <a:t>wisi</a:t>
            </a:r>
            <a:r>
              <a:rPr lang="en-GB" sz="4000" b="0" dirty="0"/>
              <a:t> </a:t>
            </a:r>
            <a:r>
              <a:rPr lang="en-GB" sz="4000" b="0" dirty="0" err="1"/>
              <a:t>enim</a:t>
            </a:r>
            <a:r>
              <a:rPr lang="en-GB" sz="4000" b="0" dirty="0"/>
              <a:t> ad minim </a:t>
            </a:r>
            <a:r>
              <a:rPr lang="en-GB" sz="4000" b="0" dirty="0" err="1"/>
              <a:t>veniam</a:t>
            </a:r>
            <a:r>
              <a:rPr lang="en-GB" sz="4000" b="0" dirty="0"/>
              <a:t>, </a:t>
            </a:r>
            <a:r>
              <a:rPr lang="en-GB" sz="4000" b="0" dirty="0" err="1"/>
              <a:t>quis</a:t>
            </a:r>
            <a:r>
              <a:rPr lang="en-GB" sz="4000" b="0" dirty="0"/>
              <a:t> </a:t>
            </a:r>
            <a:r>
              <a:rPr lang="en-GB" sz="4000" b="0" dirty="0" err="1"/>
              <a:t>nostrud</a:t>
            </a:r>
            <a:r>
              <a:rPr lang="en-GB" sz="4000" b="0" dirty="0"/>
              <a:t> </a:t>
            </a:r>
            <a:r>
              <a:rPr lang="en-GB" sz="4000" b="0" dirty="0" err="1"/>
              <a:t>exerci</a:t>
            </a:r>
            <a:r>
              <a:rPr lang="en-GB" sz="4000" b="0" dirty="0"/>
              <a:t> </a:t>
            </a:r>
            <a:r>
              <a:rPr lang="en-GB" sz="4000" b="0" dirty="0" err="1"/>
              <a:t>tation</a:t>
            </a:r>
            <a:r>
              <a:rPr lang="en-GB" sz="4000" b="0" dirty="0"/>
              <a:t> </a:t>
            </a:r>
            <a:r>
              <a:rPr lang="en-GB" sz="4000" b="0" dirty="0" err="1"/>
              <a:t>ullamcorper</a:t>
            </a:r>
            <a:r>
              <a:rPr lang="en-GB" sz="4000" b="0" dirty="0"/>
              <a:t> </a:t>
            </a:r>
            <a:r>
              <a:rPr lang="en-GB" sz="4000" b="0" dirty="0" err="1"/>
              <a:t>suscipit</a:t>
            </a:r>
            <a:r>
              <a:rPr lang="en-GB" sz="4000" b="0" dirty="0"/>
              <a:t> </a:t>
            </a:r>
            <a:r>
              <a:rPr lang="en-GB" sz="4000" b="0" dirty="0" err="1"/>
              <a:t>lobortis</a:t>
            </a:r>
            <a:r>
              <a:rPr lang="en-GB" sz="4000" b="0" dirty="0"/>
              <a:t> </a:t>
            </a:r>
            <a:r>
              <a:rPr lang="en-GB" sz="4000" b="0" dirty="0" err="1"/>
              <a:t>nisl</a:t>
            </a:r>
            <a:r>
              <a:rPr lang="en-GB" sz="4000" b="0" dirty="0"/>
              <a:t> </a:t>
            </a:r>
            <a:r>
              <a:rPr lang="en-GB" sz="4000" b="0" dirty="0" err="1"/>
              <a:t>ut</a:t>
            </a:r>
            <a:r>
              <a:rPr lang="en-GB" sz="4000" b="0" dirty="0"/>
              <a:t> </a:t>
            </a:r>
            <a:r>
              <a:rPr lang="en-GB" sz="4000" b="0" dirty="0" err="1"/>
              <a:t>aliquip</a:t>
            </a:r>
            <a:r>
              <a:rPr lang="en-GB" sz="4000" b="0" dirty="0"/>
              <a:t> ex </a:t>
            </a:r>
            <a:r>
              <a:rPr lang="en-GB" sz="4000" b="0" dirty="0" err="1"/>
              <a:t>ea</a:t>
            </a:r>
            <a:r>
              <a:rPr lang="en-GB" sz="4000" b="0" dirty="0"/>
              <a:t> </a:t>
            </a:r>
            <a:r>
              <a:rPr lang="en-GB" sz="4000" b="0" dirty="0" err="1"/>
              <a:t>commodo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. Duis autem </a:t>
            </a:r>
            <a:r>
              <a:rPr lang="en-GB" sz="4000" b="0" dirty="0" err="1"/>
              <a:t>vel</a:t>
            </a:r>
            <a:r>
              <a:rPr lang="en-GB" sz="4000" b="0" dirty="0"/>
              <a:t> </a:t>
            </a:r>
            <a:r>
              <a:rPr lang="en-GB" sz="4000" b="0" dirty="0" err="1"/>
              <a:t>eum</a:t>
            </a:r>
            <a:r>
              <a:rPr lang="en-GB" sz="4000" b="0" dirty="0"/>
              <a:t> </a:t>
            </a:r>
            <a:r>
              <a:rPr lang="en-GB" sz="4000" b="0" dirty="0" err="1"/>
              <a:t>iriure</a:t>
            </a:r>
            <a:r>
              <a:rPr lang="en-GB" sz="4000" b="0" dirty="0"/>
              <a:t> </a:t>
            </a:r>
            <a:r>
              <a:rPr lang="en-GB" sz="4000" b="0" dirty="0" err="1"/>
              <a:t>dolor</a:t>
            </a:r>
            <a:r>
              <a:rPr lang="en-GB" sz="4000" b="0" dirty="0"/>
              <a:t> in </a:t>
            </a:r>
            <a:r>
              <a:rPr lang="en-GB" sz="4000" b="0" dirty="0" err="1"/>
              <a:t>hendrerit</a:t>
            </a:r>
            <a:r>
              <a:rPr lang="en-GB" sz="4000" b="0" dirty="0"/>
              <a:t> in </a:t>
            </a:r>
            <a:r>
              <a:rPr lang="en-GB" sz="4000" b="0" dirty="0" err="1"/>
              <a:t>vulputate</a:t>
            </a:r>
            <a:r>
              <a:rPr lang="en-GB" sz="4000" b="0" dirty="0"/>
              <a:t> </a:t>
            </a:r>
            <a:r>
              <a:rPr lang="en-GB" sz="4000" b="0" dirty="0" err="1"/>
              <a:t>velit</a:t>
            </a:r>
            <a:r>
              <a:rPr lang="en-GB" sz="4000" b="0" dirty="0"/>
              <a:t> esse </a:t>
            </a:r>
            <a:r>
              <a:rPr lang="en-GB" sz="4000" b="0" dirty="0" err="1"/>
              <a:t>molestie</a:t>
            </a:r>
            <a:r>
              <a:rPr lang="en-GB" sz="4000" b="0" dirty="0"/>
              <a:t> </a:t>
            </a:r>
            <a:r>
              <a:rPr lang="en-GB" sz="4000" b="0" dirty="0" err="1"/>
              <a:t>consequat</a:t>
            </a:r>
            <a:r>
              <a:rPr lang="en-GB" sz="4000" b="0" dirty="0"/>
              <a:t>, </a:t>
            </a:r>
            <a:r>
              <a:rPr lang="en-GB" sz="4000" b="0" dirty="0" err="1"/>
              <a:t>vel</a:t>
            </a:r>
            <a:r>
              <a:rPr lang="en-GB" sz="4000" b="0" dirty="0"/>
              <a:t> illum dolore </a:t>
            </a:r>
            <a:r>
              <a:rPr lang="en-GB" sz="4000" b="0" dirty="0" err="1"/>
              <a:t>eu</a:t>
            </a:r>
            <a:r>
              <a:rPr lang="en-GB" sz="4000" b="0" dirty="0"/>
              <a:t> </a:t>
            </a:r>
            <a:r>
              <a:rPr lang="en-GB" sz="4000" b="0" dirty="0" err="1"/>
              <a:t>feugiat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facilisis</a:t>
            </a:r>
            <a:r>
              <a:rPr lang="en-GB" sz="4000" b="0" dirty="0"/>
              <a:t> at </a:t>
            </a:r>
            <a:r>
              <a:rPr lang="en-GB" sz="4000" b="0" dirty="0" err="1"/>
              <a:t>vero</a:t>
            </a:r>
            <a:r>
              <a:rPr lang="en-GB" sz="4000" b="0" dirty="0"/>
              <a:t> eros et </a:t>
            </a:r>
            <a:r>
              <a:rPr lang="en-GB" sz="4000" b="0" dirty="0" err="1"/>
              <a:t>accumsan</a:t>
            </a:r>
            <a:r>
              <a:rPr lang="en-GB" sz="4000" b="0" dirty="0"/>
              <a:t> et </a:t>
            </a:r>
            <a:r>
              <a:rPr lang="en-GB" sz="4000" b="0" dirty="0" err="1"/>
              <a:t>iusto</a:t>
            </a:r>
            <a:r>
              <a:rPr lang="en-GB" sz="4000" b="0" dirty="0"/>
              <a:t> </a:t>
            </a:r>
            <a:r>
              <a:rPr lang="en-GB" sz="4000" b="0" dirty="0" err="1"/>
              <a:t>odio</a:t>
            </a:r>
            <a:r>
              <a:rPr lang="en-GB" sz="4000" b="0" dirty="0"/>
              <a:t> </a:t>
            </a:r>
            <a:r>
              <a:rPr lang="en-GB" sz="4000" b="0" dirty="0" err="1"/>
              <a:t>dignissim</a:t>
            </a:r>
            <a:r>
              <a:rPr lang="en-GB" sz="4000" b="0" dirty="0"/>
              <a:t> qui </a:t>
            </a:r>
            <a:r>
              <a:rPr lang="en-GB" sz="4000" b="0" dirty="0" err="1"/>
              <a:t>blandit</a:t>
            </a:r>
            <a:r>
              <a:rPr lang="en-GB" sz="4000" b="0" dirty="0"/>
              <a:t> </a:t>
            </a:r>
            <a:r>
              <a:rPr lang="en-GB" sz="4000" b="0" dirty="0" err="1"/>
              <a:t>praesent</a:t>
            </a:r>
            <a:r>
              <a:rPr lang="en-GB" sz="4000" b="0" dirty="0"/>
              <a:t> </a:t>
            </a:r>
            <a:r>
              <a:rPr lang="en-GB" sz="4000" b="0" dirty="0" err="1"/>
              <a:t>luptatum</a:t>
            </a:r>
            <a:r>
              <a:rPr lang="en-GB" sz="4000" b="0" dirty="0"/>
              <a:t> </a:t>
            </a:r>
            <a:r>
              <a:rPr lang="en-GB" sz="4000" b="0" dirty="0" err="1"/>
              <a:t>zzril</a:t>
            </a:r>
            <a:r>
              <a:rPr lang="en-GB" sz="4000" b="0" dirty="0"/>
              <a:t> </a:t>
            </a:r>
            <a:r>
              <a:rPr lang="en-GB" sz="4000" b="0" dirty="0" err="1"/>
              <a:t>delenit</a:t>
            </a:r>
            <a:r>
              <a:rPr lang="en-GB" sz="4000" b="0" dirty="0"/>
              <a:t> </a:t>
            </a:r>
            <a:r>
              <a:rPr lang="en-GB" sz="4000" b="0" dirty="0" err="1"/>
              <a:t>augue</a:t>
            </a:r>
            <a:r>
              <a:rPr lang="en-GB" sz="4000" b="0" dirty="0"/>
              <a:t> </a:t>
            </a:r>
            <a:r>
              <a:rPr lang="en-GB" sz="4000" b="0" dirty="0" err="1"/>
              <a:t>duis</a:t>
            </a:r>
            <a:r>
              <a:rPr lang="en-GB" sz="4000" b="0" dirty="0"/>
              <a:t> dolore </a:t>
            </a:r>
            <a:r>
              <a:rPr lang="en-GB" sz="4000" b="0" dirty="0" err="1"/>
              <a:t>te</a:t>
            </a:r>
            <a:r>
              <a:rPr lang="en-GB" sz="4000" b="0" dirty="0"/>
              <a:t> </a:t>
            </a:r>
            <a:r>
              <a:rPr lang="en-GB" sz="4000" b="0" dirty="0" err="1"/>
              <a:t>feugait</a:t>
            </a:r>
            <a:r>
              <a:rPr lang="en-GB" sz="4000" b="0" dirty="0"/>
              <a:t> </a:t>
            </a:r>
            <a:r>
              <a:rPr lang="en-GB" sz="4000" b="0" dirty="0" err="1"/>
              <a:t>nulla</a:t>
            </a:r>
            <a:r>
              <a:rPr lang="en-GB" sz="4000" b="0" dirty="0"/>
              <a:t> </a:t>
            </a:r>
            <a:r>
              <a:rPr lang="en-GB" sz="4000" b="0" dirty="0" err="1"/>
              <a:t>facilisi</a:t>
            </a:r>
            <a:r>
              <a:rPr lang="en-GB" sz="4000" b="0" dirty="0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ADE55A-EF3F-FC5B-2A18-066A2BD954EE}"/>
              </a:ext>
            </a:extLst>
          </p:cNvPr>
          <p:cNvSpPr txBox="1">
            <a:spLocks/>
          </p:cNvSpPr>
          <p:nvPr/>
        </p:nvSpPr>
        <p:spPr>
          <a:xfrm>
            <a:off x="15137606" y="31979179"/>
            <a:ext cx="12837600" cy="3769507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References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0" dirty="0"/>
              <a:t>Lorem ipsum </a:t>
            </a:r>
            <a:r>
              <a:rPr lang="en-GB" sz="2400" b="0" dirty="0" err="1"/>
              <a:t>dolor</a:t>
            </a:r>
            <a:r>
              <a:rPr lang="en-GB" sz="2400" b="0" dirty="0"/>
              <a:t> sit </a:t>
            </a:r>
            <a:r>
              <a:rPr lang="en-GB" sz="2400" b="0" dirty="0" err="1"/>
              <a:t>amet</a:t>
            </a:r>
            <a:r>
              <a:rPr lang="en-GB" sz="2400" b="0" dirty="0"/>
              <a:t>, </a:t>
            </a:r>
            <a:r>
              <a:rPr lang="en-GB" sz="2400" b="0" dirty="0" err="1"/>
              <a:t>consectetuer</a:t>
            </a:r>
            <a:r>
              <a:rPr lang="en-GB" sz="2400" b="0" dirty="0"/>
              <a:t> </a:t>
            </a:r>
            <a:r>
              <a:rPr lang="en-GB" sz="2400" b="0" dirty="0" err="1"/>
              <a:t>adipiscing</a:t>
            </a:r>
            <a:r>
              <a:rPr lang="en-GB" sz="2400" b="0" dirty="0"/>
              <a:t> </a:t>
            </a:r>
            <a:r>
              <a:rPr lang="en-GB" sz="2400" b="0" dirty="0" err="1"/>
              <a:t>elit</a:t>
            </a:r>
            <a:r>
              <a:rPr lang="en-GB" sz="2400" b="0" dirty="0"/>
              <a:t>, </a:t>
            </a:r>
            <a:r>
              <a:rPr lang="en-GB" sz="2400" b="0" dirty="0" err="1"/>
              <a:t>sed</a:t>
            </a:r>
            <a:r>
              <a:rPr lang="en-GB" sz="2400" b="0" dirty="0"/>
              <a:t> </a:t>
            </a:r>
            <a:r>
              <a:rPr lang="en-GB" sz="2400" b="0" dirty="0" err="1"/>
              <a:t>diam</a:t>
            </a:r>
            <a:r>
              <a:rPr lang="en-GB" sz="2400" b="0" dirty="0"/>
              <a:t> </a:t>
            </a:r>
            <a:r>
              <a:rPr lang="en-GB" sz="2400" b="0" dirty="0" err="1"/>
              <a:t>nonummy</a:t>
            </a:r>
            <a:r>
              <a:rPr lang="en-GB" sz="2400" b="0" dirty="0"/>
              <a:t> </a:t>
            </a:r>
            <a:r>
              <a:rPr lang="en-GB" sz="2400" b="0" dirty="0" err="1"/>
              <a:t>nibh</a:t>
            </a:r>
            <a:r>
              <a:rPr lang="en-GB" sz="2400" b="0" dirty="0"/>
              <a:t> </a:t>
            </a:r>
            <a:r>
              <a:rPr lang="en-GB" sz="2400" b="0" dirty="0" err="1"/>
              <a:t>euismod</a:t>
            </a:r>
            <a:r>
              <a:rPr lang="en-GB" sz="2400" b="0" dirty="0"/>
              <a:t> </a:t>
            </a:r>
            <a:r>
              <a:rPr lang="en-GB" sz="2400" b="0" dirty="0" err="1"/>
              <a:t>tincidunt</a:t>
            </a:r>
            <a:r>
              <a:rPr lang="en-GB" sz="2400" b="0" dirty="0"/>
              <a:t> </a:t>
            </a:r>
            <a:r>
              <a:rPr lang="en-GB" sz="2400" b="0" dirty="0" err="1"/>
              <a:t>ut</a:t>
            </a:r>
            <a:r>
              <a:rPr lang="en-GB" sz="2400" b="0" dirty="0"/>
              <a:t> </a:t>
            </a:r>
            <a:r>
              <a:rPr lang="en-GB" sz="2400" b="0" dirty="0" err="1"/>
              <a:t>laoreet</a:t>
            </a:r>
            <a:r>
              <a:rPr lang="en-GB" sz="2400" b="0" dirty="0"/>
              <a:t> dolore magna </a:t>
            </a:r>
            <a:r>
              <a:rPr lang="en-GB" sz="2400" b="0" dirty="0" err="1"/>
              <a:t>aliquam</a:t>
            </a:r>
            <a:r>
              <a:rPr lang="en-GB" sz="2400" b="0" dirty="0"/>
              <a:t> </a:t>
            </a:r>
            <a:r>
              <a:rPr lang="en-GB" sz="2400" b="0" dirty="0" err="1"/>
              <a:t>erat</a:t>
            </a:r>
            <a:r>
              <a:rPr lang="en-GB" sz="2400" b="0" dirty="0"/>
              <a:t> </a:t>
            </a:r>
            <a:r>
              <a:rPr lang="en-GB" sz="2400" b="0" dirty="0" err="1"/>
              <a:t>volutpat</a:t>
            </a:r>
            <a:r>
              <a:rPr lang="en-GB" sz="24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0" dirty="0"/>
              <a:t>Lorem ipsum </a:t>
            </a:r>
            <a:r>
              <a:rPr lang="en-GB" sz="2400" b="0" dirty="0" err="1"/>
              <a:t>dolor</a:t>
            </a:r>
            <a:r>
              <a:rPr lang="en-GB" sz="2400" b="0" dirty="0"/>
              <a:t> sit </a:t>
            </a:r>
            <a:r>
              <a:rPr lang="en-GB" sz="2400" b="0" dirty="0" err="1"/>
              <a:t>amet</a:t>
            </a:r>
            <a:r>
              <a:rPr lang="en-GB" sz="2400" b="0" dirty="0"/>
              <a:t>, </a:t>
            </a:r>
            <a:r>
              <a:rPr lang="en-GB" sz="2400" b="0" dirty="0" err="1"/>
              <a:t>consectetuer</a:t>
            </a:r>
            <a:r>
              <a:rPr lang="en-GB" sz="2400" b="0" dirty="0"/>
              <a:t> </a:t>
            </a:r>
            <a:r>
              <a:rPr lang="en-GB" sz="2400" b="0" dirty="0" err="1"/>
              <a:t>adipiscing</a:t>
            </a:r>
            <a:r>
              <a:rPr lang="en-GB" sz="2400" b="0" dirty="0"/>
              <a:t> </a:t>
            </a:r>
            <a:r>
              <a:rPr lang="en-GB" sz="2400" b="0" dirty="0" err="1"/>
              <a:t>elit</a:t>
            </a:r>
            <a:r>
              <a:rPr lang="en-GB" sz="2400" b="0" dirty="0"/>
              <a:t>, </a:t>
            </a:r>
            <a:r>
              <a:rPr lang="en-GB" sz="2400" b="0" dirty="0" err="1"/>
              <a:t>sed</a:t>
            </a:r>
            <a:r>
              <a:rPr lang="en-GB" sz="2400" b="0" dirty="0"/>
              <a:t> </a:t>
            </a:r>
            <a:r>
              <a:rPr lang="en-GB" sz="2400" b="0" dirty="0" err="1"/>
              <a:t>diam</a:t>
            </a:r>
            <a:r>
              <a:rPr lang="en-GB" sz="2400" b="0" dirty="0"/>
              <a:t> </a:t>
            </a:r>
            <a:r>
              <a:rPr lang="en-GB" sz="2400" b="0" dirty="0" err="1"/>
              <a:t>nonummy</a:t>
            </a:r>
            <a:r>
              <a:rPr lang="en-GB" sz="2400" b="0" dirty="0"/>
              <a:t> </a:t>
            </a:r>
            <a:r>
              <a:rPr lang="en-GB" sz="2400" b="0" dirty="0" err="1"/>
              <a:t>nibh</a:t>
            </a:r>
            <a:r>
              <a:rPr lang="en-GB" sz="2400" b="0" dirty="0"/>
              <a:t> </a:t>
            </a:r>
            <a:r>
              <a:rPr lang="en-GB" sz="2400" b="0" dirty="0" err="1"/>
              <a:t>euismod</a:t>
            </a:r>
            <a:r>
              <a:rPr lang="en-GB" sz="2400" b="0" dirty="0"/>
              <a:t> </a:t>
            </a:r>
            <a:r>
              <a:rPr lang="en-GB" sz="2400" b="0" dirty="0" err="1"/>
              <a:t>tincidunt</a:t>
            </a:r>
            <a:r>
              <a:rPr lang="en-GB" sz="2400" b="0" dirty="0"/>
              <a:t> </a:t>
            </a:r>
            <a:r>
              <a:rPr lang="en-GB" sz="2400" b="0" dirty="0" err="1"/>
              <a:t>ut</a:t>
            </a:r>
            <a:r>
              <a:rPr lang="en-GB" sz="2400" b="0" dirty="0"/>
              <a:t> </a:t>
            </a:r>
            <a:r>
              <a:rPr lang="en-GB" sz="2400" b="0" dirty="0" err="1"/>
              <a:t>laoreet</a:t>
            </a:r>
            <a:r>
              <a:rPr lang="en-GB" sz="2400" b="0" dirty="0"/>
              <a:t> dolore magna </a:t>
            </a:r>
            <a:r>
              <a:rPr lang="en-GB" sz="2400" b="0" dirty="0" err="1"/>
              <a:t>aliquam</a:t>
            </a:r>
            <a:r>
              <a:rPr lang="en-GB" sz="2400" b="0" dirty="0"/>
              <a:t> </a:t>
            </a:r>
            <a:r>
              <a:rPr lang="en-GB" sz="2400" b="0" dirty="0" err="1"/>
              <a:t>erat</a:t>
            </a:r>
            <a:r>
              <a:rPr lang="en-GB" sz="2400" b="0" dirty="0"/>
              <a:t> </a:t>
            </a:r>
            <a:r>
              <a:rPr lang="en-GB" sz="2400" b="0" dirty="0" err="1"/>
              <a:t>volutpat</a:t>
            </a:r>
            <a:r>
              <a:rPr lang="en-GB" sz="24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0" dirty="0"/>
              <a:t>Lorem ipsum </a:t>
            </a:r>
            <a:r>
              <a:rPr lang="en-GB" sz="2400" b="0" dirty="0" err="1"/>
              <a:t>dolor</a:t>
            </a:r>
            <a:r>
              <a:rPr lang="en-GB" sz="2400" b="0" dirty="0"/>
              <a:t> sit </a:t>
            </a:r>
            <a:r>
              <a:rPr lang="en-GB" sz="2400" b="0" dirty="0" err="1"/>
              <a:t>amet</a:t>
            </a:r>
            <a:r>
              <a:rPr lang="en-GB" sz="2400" b="0" dirty="0"/>
              <a:t>, </a:t>
            </a:r>
            <a:r>
              <a:rPr lang="en-GB" sz="2400" b="0" dirty="0" err="1"/>
              <a:t>consectetuer</a:t>
            </a:r>
            <a:r>
              <a:rPr lang="en-GB" sz="2400" b="0" dirty="0"/>
              <a:t> </a:t>
            </a:r>
            <a:r>
              <a:rPr lang="en-GB" sz="2400" b="0" dirty="0" err="1"/>
              <a:t>adipiscing</a:t>
            </a:r>
            <a:r>
              <a:rPr lang="en-GB" sz="2400" b="0" dirty="0"/>
              <a:t> </a:t>
            </a:r>
            <a:r>
              <a:rPr lang="en-GB" sz="2400" b="0" dirty="0" err="1"/>
              <a:t>elit</a:t>
            </a:r>
            <a:r>
              <a:rPr lang="en-GB" sz="2400" b="0" dirty="0"/>
              <a:t>, </a:t>
            </a:r>
            <a:r>
              <a:rPr lang="en-GB" sz="2400" b="0" dirty="0" err="1"/>
              <a:t>sed</a:t>
            </a:r>
            <a:r>
              <a:rPr lang="en-GB" sz="2400" b="0" dirty="0"/>
              <a:t> </a:t>
            </a:r>
            <a:r>
              <a:rPr lang="en-GB" sz="2400" b="0" dirty="0" err="1"/>
              <a:t>diam</a:t>
            </a:r>
            <a:r>
              <a:rPr lang="en-GB" sz="2400" b="0" dirty="0"/>
              <a:t> </a:t>
            </a:r>
            <a:r>
              <a:rPr lang="en-GB" sz="2400" b="0" dirty="0" err="1"/>
              <a:t>nonummy</a:t>
            </a:r>
            <a:r>
              <a:rPr lang="en-GB" sz="2400" b="0" dirty="0"/>
              <a:t> </a:t>
            </a:r>
            <a:r>
              <a:rPr lang="en-GB" sz="2400" b="0" dirty="0" err="1"/>
              <a:t>nibh</a:t>
            </a:r>
            <a:r>
              <a:rPr lang="en-GB" sz="2400" b="0" dirty="0"/>
              <a:t> </a:t>
            </a:r>
            <a:r>
              <a:rPr lang="en-GB" sz="2400" b="0" dirty="0" err="1"/>
              <a:t>euismod</a:t>
            </a:r>
            <a:r>
              <a:rPr lang="en-GB" sz="2400" b="0" dirty="0"/>
              <a:t> </a:t>
            </a:r>
            <a:r>
              <a:rPr lang="en-GB" sz="2400" b="0" dirty="0" err="1"/>
              <a:t>tincidunt</a:t>
            </a:r>
            <a:r>
              <a:rPr lang="en-GB" sz="2400" b="0" dirty="0"/>
              <a:t> </a:t>
            </a:r>
            <a:r>
              <a:rPr lang="en-GB" sz="2400" b="0" dirty="0" err="1"/>
              <a:t>ut</a:t>
            </a:r>
            <a:r>
              <a:rPr lang="en-GB" sz="2400" b="0" dirty="0"/>
              <a:t> </a:t>
            </a:r>
            <a:r>
              <a:rPr lang="en-GB" sz="2400" b="0" dirty="0" err="1"/>
              <a:t>laoreet</a:t>
            </a:r>
            <a:r>
              <a:rPr lang="en-GB" sz="2400" b="0" dirty="0"/>
              <a:t> dolore magna </a:t>
            </a:r>
            <a:r>
              <a:rPr lang="en-GB" sz="2400" b="0" dirty="0" err="1"/>
              <a:t>aliquam</a:t>
            </a:r>
            <a:r>
              <a:rPr lang="en-GB" sz="2400" b="0" dirty="0"/>
              <a:t> </a:t>
            </a:r>
            <a:r>
              <a:rPr lang="en-GB" sz="2400" b="0" dirty="0" err="1"/>
              <a:t>erat</a:t>
            </a:r>
            <a:r>
              <a:rPr lang="en-GB" sz="2400" b="0" dirty="0"/>
              <a:t> </a:t>
            </a:r>
            <a:r>
              <a:rPr lang="en-GB" sz="2400" b="0" dirty="0" err="1"/>
              <a:t>volutpat</a:t>
            </a:r>
            <a:r>
              <a:rPr lang="en-GB" sz="24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2400" b="0" dirty="0"/>
              <a:t>Lorem ipsum </a:t>
            </a:r>
            <a:r>
              <a:rPr lang="en-GB" sz="2400" b="0" dirty="0" err="1"/>
              <a:t>dolor</a:t>
            </a:r>
            <a:r>
              <a:rPr lang="en-GB" sz="2400" b="0" dirty="0"/>
              <a:t> sit </a:t>
            </a:r>
            <a:r>
              <a:rPr lang="en-GB" sz="2400" b="0" dirty="0" err="1"/>
              <a:t>amet</a:t>
            </a:r>
            <a:r>
              <a:rPr lang="en-GB" sz="2400" b="0" dirty="0"/>
              <a:t>, </a:t>
            </a:r>
            <a:r>
              <a:rPr lang="en-GB" sz="2400" b="0" dirty="0" err="1"/>
              <a:t>consectetuer</a:t>
            </a:r>
            <a:r>
              <a:rPr lang="en-GB" sz="2400" b="0" dirty="0"/>
              <a:t> </a:t>
            </a:r>
            <a:r>
              <a:rPr lang="en-GB" sz="2400" b="0" dirty="0" err="1"/>
              <a:t>adipiscing</a:t>
            </a:r>
            <a:r>
              <a:rPr lang="en-GB" sz="2400" b="0" dirty="0"/>
              <a:t> </a:t>
            </a:r>
            <a:r>
              <a:rPr lang="en-GB" sz="2400" b="0" dirty="0" err="1"/>
              <a:t>elit</a:t>
            </a:r>
            <a:r>
              <a:rPr lang="en-GB" sz="2400" b="0" dirty="0"/>
              <a:t>, </a:t>
            </a:r>
            <a:r>
              <a:rPr lang="en-GB" sz="2400" b="0" dirty="0" err="1"/>
              <a:t>sed</a:t>
            </a:r>
            <a:r>
              <a:rPr lang="en-GB" sz="2400" b="0" dirty="0"/>
              <a:t> </a:t>
            </a:r>
            <a:r>
              <a:rPr lang="en-GB" sz="2400" b="0" dirty="0" err="1"/>
              <a:t>diam</a:t>
            </a:r>
            <a:r>
              <a:rPr lang="en-GB" sz="2400" b="0" dirty="0"/>
              <a:t> </a:t>
            </a:r>
            <a:r>
              <a:rPr lang="en-GB" sz="2400" b="0" dirty="0" err="1"/>
              <a:t>nonummy</a:t>
            </a:r>
            <a:r>
              <a:rPr lang="en-GB" sz="2400" b="0" dirty="0"/>
              <a:t> </a:t>
            </a:r>
            <a:r>
              <a:rPr lang="en-GB" sz="2400" b="0" dirty="0" err="1"/>
              <a:t>nibh</a:t>
            </a:r>
            <a:r>
              <a:rPr lang="en-GB" sz="2400" b="0" dirty="0"/>
              <a:t> </a:t>
            </a:r>
            <a:r>
              <a:rPr lang="en-GB" sz="2400" b="0" dirty="0" err="1"/>
              <a:t>euismod</a:t>
            </a:r>
            <a:r>
              <a:rPr lang="en-GB" sz="2400" b="0" dirty="0"/>
              <a:t> </a:t>
            </a:r>
            <a:r>
              <a:rPr lang="en-GB" sz="2400" b="0" dirty="0" err="1"/>
              <a:t>tincidunt</a:t>
            </a:r>
            <a:r>
              <a:rPr lang="en-GB" sz="2400" b="0" dirty="0"/>
              <a:t> </a:t>
            </a:r>
            <a:r>
              <a:rPr lang="en-GB" sz="2400" b="0" dirty="0" err="1"/>
              <a:t>ut</a:t>
            </a:r>
            <a:r>
              <a:rPr lang="en-GB" sz="2400" b="0" dirty="0"/>
              <a:t> </a:t>
            </a:r>
            <a:r>
              <a:rPr lang="en-GB" sz="2400" b="0" dirty="0" err="1"/>
              <a:t>laoreet</a:t>
            </a:r>
            <a:r>
              <a:rPr lang="en-GB" sz="2400" b="0" dirty="0"/>
              <a:t> dolore magna </a:t>
            </a:r>
            <a:r>
              <a:rPr lang="en-GB" sz="2400" b="0" dirty="0" err="1"/>
              <a:t>aliquam</a:t>
            </a:r>
            <a:r>
              <a:rPr lang="en-GB" sz="2400" b="0" dirty="0"/>
              <a:t> </a:t>
            </a:r>
            <a:r>
              <a:rPr lang="en-GB" sz="2400" b="0" dirty="0" err="1"/>
              <a:t>erat</a:t>
            </a:r>
            <a:r>
              <a:rPr lang="en-GB" sz="2400" b="0" dirty="0"/>
              <a:t> </a:t>
            </a:r>
            <a:r>
              <a:rPr lang="en-GB" sz="2400" b="0" dirty="0" err="1"/>
              <a:t>volutpat</a:t>
            </a:r>
            <a:r>
              <a:rPr lang="en-GB" sz="2400" b="0" dirty="0"/>
              <a:t>. </a:t>
            </a:r>
          </a:p>
          <a:p>
            <a:pPr marL="742950" indent="-742950">
              <a:buFont typeface="+mj-lt"/>
              <a:buAutoNum type="arabicPeriod"/>
            </a:pPr>
            <a:endParaRPr lang="en-GB" sz="2400" b="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A3B040C-1F3E-B2B0-4B16-444DBD67A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3567" y="22420798"/>
            <a:ext cx="6136056" cy="497865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29480BB-D924-DEC9-23C6-473D2E12718E}"/>
              </a:ext>
            </a:extLst>
          </p:cNvPr>
          <p:cNvSpPr txBox="1">
            <a:spLocks/>
          </p:cNvSpPr>
          <p:nvPr/>
        </p:nvSpPr>
        <p:spPr>
          <a:xfrm>
            <a:off x="1283569" y="27745573"/>
            <a:ext cx="7667926" cy="200132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accent1"/>
                </a:solidFill>
              </a:rPr>
              <a:t>Figure 1: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55838F7-79AE-5A2D-34F7-0480B06BC41C}"/>
              </a:ext>
            </a:extLst>
          </p:cNvPr>
          <p:cNvSpPr txBox="1">
            <a:spLocks/>
          </p:cNvSpPr>
          <p:nvPr/>
        </p:nvSpPr>
        <p:spPr>
          <a:xfrm>
            <a:off x="8598768" y="22250699"/>
            <a:ext cx="16253317" cy="65047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accent1"/>
                </a:solidFill>
              </a:rPr>
              <a:t>Table 1: </a:t>
            </a:r>
            <a:r>
              <a:rPr lang="en-GB" sz="4000" b="0" dirty="0" err="1"/>
              <a:t>dolor</a:t>
            </a:r>
            <a:r>
              <a:rPr lang="en-GB" sz="4000" b="0" dirty="0"/>
              <a:t> sit </a:t>
            </a:r>
            <a:r>
              <a:rPr lang="en-GB" sz="4000" b="0" dirty="0" err="1"/>
              <a:t>amet</a:t>
            </a:r>
            <a:r>
              <a:rPr lang="en-GB" sz="4000" b="0" dirty="0"/>
              <a:t>, </a:t>
            </a:r>
            <a:r>
              <a:rPr lang="en-GB" sz="4000" b="0" dirty="0" err="1"/>
              <a:t>consectetuer</a:t>
            </a:r>
            <a:r>
              <a:rPr lang="en-GB" sz="4000" b="0" dirty="0"/>
              <a:t> </a:t>
            </a:r>
            <a:r>
              <a:rPr lang="en-GB" sz="4000" b="0" dirty="0" err="1"/>
              <a:t>adipiscing</a:t>
            </a:r>
            <a:r>
              <a:rPr lang="en-GB" sz="4000" b="0" dirty="0"/>
              <a:t> </a:t>
            </a:r>
            <a:r>
              <a:rPr lang="en-GB" sz="4000" b="0" dirty="0" err="1"/>
              <a:t>elit</a:t>
            </a:r>
            <a:r>
              <a:rPr lang="en-GB" sz="4000" b="0" dirty="0"/>
              <a:t>, </a:t>
            </a:r>
            <a:r>
              <a:rPr lang="en-GB" sz="4000" b="0" dirty="0" err="1"/>
              <a:t>sed</a:t>
            </a:r>
            <a:r>
              <a:rPr lang="en-GB" sz="4000" b="0" dirty="0"/>
              <a:t> </a:t>
            </a:r>
            <a:r>
              <a:rPr lang="en-GB" sz="4000" b="0" dirty="0" err="1"/>
              <a:t>diam</a:t>
            </a:r>
            <a:r>
              <a:rPr lang="en-GB" sz="4000" b="0" dirty="0"/>
              <a:t> </a:t>
            </a:r>
            <a:r>
              <a:rPr lang="en-GB" sz="4000" b="0" dirty="0" err="1"/>
              <a:t>nonummy</a:t>
            </a:r>
            <a:r>
              <a:rPr lang="en-GB" sz="4000" b="0" dirty="0"/>
              <a:t>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49A286F-C2B3-8563-336D-444AE7A9D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26920"/>
              </p:ext>
            </p:extLst>
          </p:nvPr>
        </p:nvGraphicFramePr>
        <p:xfrm>
          <a:off x="8598768" y="23272364"/>
          <a:ext cx="19381872" cy="4093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5468">
                  <a:extLst>
                    <a:ext uri="{9D8B030D-6E8A-4147-A177-3AD203B41FA5}">
                      <a16:colId xmlns:a16="http://schemas.microsoft.com/office/drawing/2014/main" val="1172165712"/>
                    </a:ext>
                  </a:extLst>
                </a:gridCol>
                <a:gridCol w="4845468">
                  <a:extLst>
                    <a:ext uri="{9D8B030D-6E8A-4147-A177-3AD203B41FA5}">
                      <a16:colId xmlns:a16="http://schemas.microsoft.com/office/drawing/2014/main" val="3860395548"/>
                    </a:ext>
                  </a:extLst>
                </a:gridCol>
                <a:gridCol w="4845468">
                  <a:extLst>
                    <a:ext uri="{9D8B030D-6E8A-4147-A177-3AD203B41FA5}">
                      <a16:colId xmlns:a16="http://schemas.microsoft.com/office/drawing/2014/main" val="3325832974"/>
                    </a:ext>
                  </a:extLst>
                </a:gridCol>
                <a:gridCol w="4845468">
                  <a:extLst>
                    <a:ext uri="{9D8B030D-6E8A-4147-A177-3AD203B41FA5}">
                      <a16:colId xmlns:a16="http://schemas.microsoft.com/office/drawing/2014/main" val="84869211"/>
                    </a:ext>
                  </a:extLst>
                </a:gridCol>
              </a:tblGrid>
              <a:tr h="818606"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>
                          <a:latin typeface="Gill Sans MT" panose="020B0502020104020203" pitchFamily="34" charset="77"/>
                        </a:rPr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>
                          <a:latin typeface="Gill Sans MT" panose="020B0502020104020203" pitchFamily="34" charset="77"/>
                        </a:rPr>
                        <a:t>Column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>
                          <a:latin typeface="Gill Sans MT" panose="020B0502020104020203" pitchFamily="34" charset="77"/>
                        </a:rPr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511791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r>
                        <a:rPr lang="en-GB" sz="4000" b="0" dirty="0">
                          <a:latin typeface="Gill Sans MT" panose="020B0502020104020203" pitchFamily="34" charset="77"/>
                        </a:rPr>
                        <a:t>Lorem ipsum </a:t>
                      </a:r>
                      <a:r>
                        <a:rPr lang="en-GB" sz="4000" b="0" dirty="0" err="1">
                          <a:latin typeface="Gill Sans MT" panose="020B0502020104020203" pitchFamily="34" charset="77"/>
                        </a:rPr>
                        <a:t>dolor</a:t>
                      </a:r>
                      <a:endParaRPr lang="en-GB" sz="400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052186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Gill Sans MT" panose="020B0502020104020203" pitchFamily="34" charset="77"/>
                        </a:rPr>
                        <a:t>Lorem ipsum </a:t>
                      </a:r>
                      <a:r>
                        <a:rPr lang="en-GB" sz="4000" b="0" dirty="0" err="1">
                          <a:latin typeface="Gill Sans MT" panose="020B0502020104020203" pitchFamily="34" charset="77"/>
                        </a:rPr>
                        <a:t>dolor</a:t>
                      </a:r>
                      <a:endParaRPr lang="en-GB" sz="400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898481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Gill Sans MT" panose="020B0502020104020203" pitchFamily="34" charset="77"/>
                        </a:rPr>
                        <a:t>Lorem ipsum </a:t>
                      </a:r>
                      <a:r>
                        <a:rPr lang="en-GB" sz="4000" b="0" dirty="0" err="1">
                          <a:latin typeface="Gill Sans MT" panose="020B0502020104020203" pitchFamily="34" charset="77"/>
                        </a:rPr>
                        <a:t>dolor</a:t>
                      </a:r>
                      <a:endParaRPr lang="en-GB" sz="400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952439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marL="0" marR="0" lvl="0" indent="0" algn="l" defTabSz="30274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Gill Sans MT" panose="020B0502020104020203" pitchFamily="34" charset="77"/>
                        </a:rPr>
                        <a:t>Lorem ipsum </a:t>
                      </a:r>
                      <a:r>
                        <a:rPr lang="en-GB" sz="4000" b="0" dirty="0" err="1">
                          <a:latin typeface="Gill Sans MT" panose="020B0502020104020203" pitchFamily="34" charset="77"/>
                        </a:rPr>
                        <a:t>dolor</a:t>
                      </a:r>
                      <a:endParaRPr lang="en-GB" sz="400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>
                          <a:latin typeface="Gill Sans MT" panose="020B0502020104020203" pitchFamily="34" charset="77"/>
                        </a:rPr>
                        <a:t>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724964"/>
                  </a:ext>
                </a:extLst>
              </a:tr>
            </a:tbl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E5E50319-71C2-E9C3-66F2-087FAB9E39EB}"/>
              </a:ext>
            </a:extLst>
          </p:cNvPr>
          <p:cNvSpPr txBox="1">
            <a:spLocks/>
          </p:cNvSpPr>
          <p:nvPr/>
        </p:nvSpPr>
        <p:spPr>
          <a:xfrm>
            <a:off x="15137606" y="36246379"/>
            <a:ext cx="12837600" cy="1721099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chemeClr val="accent1"/>
                </a:solidFill>
              </a:rPr>
              <a:t>Acknowledgements</a:t>
            </a:r>
          </a:p>
          <a:p>
            <a:r>
              <a:rPr lang="en-GB" sz="2400" b="0" dirty="0"/>
              <a:t>Lorem ipsum </a:t>
            </a:r>
            <a:r>
              <a:rPr lang="en-GB" sz="2400" b="0" dirty="0" err="1"/>
              <a:t>dolor</a:t>
            </a:r>
            <a:r>
              <a:rPr lang="en-GB" sz="2400" b="0" dirty="0"/>
              <a:t> sit </a:t>
            </a:r>
            <a:r>
              <a:rPr lang="en-GB" sz="2400" b="0" dirty="0" err="1"/>
              <a:t>amet</a:t>
            </a:r>
            <a:r>
              <a:rPr lang="en-GB" sz="2400" b="0" dirty="0"/>
              <a:t>, </a:t>
            </a:r>
            <a:r>
              <a:rPr lang="en-GB" sz="2400" b="0" dirty="0" err="1"/>
              <a:t>consectetuer</a:t>
            </a:r>
            <a:r>
              <a:rPr lang="en-GB" sz="2400" b="0" dirty="0"/>
              <a:t> </a:t>
            </a:r>
            <a:r>
              <a:rPr lang="en-GB" sz="2400" b="0" dirty="0" err="1"/>
              <a:t>adipiscing</a:t>
            </a:r>
            <a:r>
              <a:rPr lang="en-GB" sz="2400" b="0" dirty="0"/>
              <a:t> </a:t>
            </a:r>
            <a:r>
              <a:rPr lang="en-GB" sz="2400" b="0" dirty="0" err="1"/>
              <a:t>elit</a:t>
            </a:r>
            <a:r>
              <a:rPr lang="en-GB" sz="2400" b="0" dirty="0"/>
              <a:t>, </a:t>
            </a:r>
            <a:r>
              <a:rPr lang="en-GB" sz="2400" b="0" dirty="0" err="1"/>
              <a:t>sed</a:t>
            </a:r>
            <a:r>
              <a:rPr lang="en-GB" sz="2400" b="0" dirty="0"/>
              <a:t> </a:t>
            </a:r>
            <a:r>
              <a:rPr lang="en-GB" sz="2400" b="0" dirty="0" err="1"/>
              <a:t>diam</a:t>
            </a:r>
            <a:r>
              <a:rPr lang="en-GB" sz="2400" b="0" dirty="0"/>
              <a:t> </a:t>
            </a:r>
            <a:r>
              <a:rPr lang="en-GB" sz="2400" b="0" dirty="0" err="1"/>
              <a:t>nonummy</a:t>
            </a:r>
            <a:r>
              <a:rPr lang="en-GB" sz="2400" b="0" dirty="0"/>
              <a:t> </a:t>
            </a:r>
            <a:r>
              <a:rPr lang="en-GB" sz="2400" b="0" dirty="0" err="1"/>
              <a:t>nibh</a:t>
            </a:r>
            <a:r>
              <a:rPr lang="en-GB" sz="2400" b="0" dirty="0"/>
              <a:t> </a:t>
            </a:r>
            <a:r>
              <a:rPr lang="en-GB" sz="2400" b="0" dirty="0" err="1"/>
              <a:t>euismod</a:t>
            </a:r>
            <a:r>
              <a:rPr lang="en-GB" sz="2400" b="0" dirty="0"/>
              <a:t> </a:t>
            </a:r>
            <a:r>
              <a:rPr lang="en-GB" sz="2400" b="0" dirty="0" err="1"/>
              <a:t>tincidunt</a:t>
            </a:r>
            <a:r>
              <a:rPr lang="en-GB" sz="2400" b="0" dirty="0"/>
              <a:t> </a:t>
            </a:r>
            <a:r>
              <a:rPr lang="en-GB" sz="2400" b="0" dirty="0" err="1"/>
              <a:t>ut</a:t>
            </a:r>
            <a:r>
              <a:rPr lang="en-GB" sz="2400" b="0" dirty="0"/>
              <a:t> </a:t>
            </a:r>
            <a:r>
              <a:rPr lang="en-GB" sz="2400" b="0" dirty="0" err="1"/>
              <a:t>laoreet</a:t>
            </a:r>
            <a:r>
              <a:rPr lang="en-GB" sz="2400" b="0" dirty="0"/>
              <a:t> dolore magna </a:t>
            </a:r>
            <a:r>
              <a:rPr lang="en-GB" sz="2400" b="0" dirty="0" err="1"/>
              <a:t>aliquam</a:t>
            </a:r>
            <a:r>
              <a:rPr lang="en-GB" sz="2400" b="0" dirty="0"/>
              <a:t> </a:t>
            </a:r>
            <a:r>
              <a:rPr lang="en-GB" sz="2400" b="0" dirty="0" err="1"/>
              <a:t>erat</a:t>
            </a:r>
            <a:r>
              <a:rPr lang="en-GB" sz="2400" b="0" dirty="0"/>
              <a:t> </a:t>
            </a:r>
            <a:r>
              <a:rPr lang="en-GB" sz="2400" b="0" dirty="0" err="1"/>
              <a:t>volutpat</a:t>
            </a:r>
            <a:r>
              <a:rPr lang="en-GB" sz="2400" b="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914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968A1"/>
      </a:accent1>
      <a:accent2>
        <a:srgbClr val="D7B680"/>
      </a:accent2>
      <a:accent3>
        <a:srgbClr val="83B6B9"/>
      </a:accent3>
      <a:accent4>
        <a:srgbClr val="137F36"/>
      </a:accent4>
      <a:accent5>
        <a:srgbClr val="83206E"/>
      </a:accent5>
      <a:accent6>
        <a:srgbClr val="AD6DAA"/>
      </a:accent6>
      <a:hlink>
        <a:srgbClr val="4B61A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42e84f-38fd-473c-8fa9-35309f7dfbc8" xsi:nil="true"/>
    <lcf76f155ced4ddcb4097134ff3c332f xmlns="710b4772-9c77-4527-86d7-909c665fbf6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FF34A912501B418C4FB4A3EF8B3B1D" ma:contentTypeVersion="14" ma:contentTypeDescription="Create a new document." ma:contentTypeScope="" ma:versionID="5c207a479ad81ec6a26dd49cd2036ebd">
  <xsd:schema xmlns:xsd="http://www.w3.org/2001/XMLSchema" xmlns:xs="http://www.w3.org/2001/XMLSchema" xmlns:p="http://schemas.microsoft.com/office/2006/metadata/properties" xmlns:ns2="710b4772-9c77-4527-86d7-909c665fbf61" xmlns:ns3="db42e84f-38fd-473c-8fa9-35309f7dfbc8" targetNamespace="http://schemas.microsoft.com/office/2006/metadata/properties" ma:root="true" ma:fieldsID="592329d92a68805ae119d141ba19cbef" ns2:_="" ns3:_="">
    <xsd:import namespace="710b4772-9c77-4527-86d7-909c665fbf61"/>
    <xsd:import namespace="db42e84f-38fd-473c-8fa9-35309f7dfbc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b4772-9c77-4527-86d7-909c665fbf6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f4446a1-8a34-404e-b9d9-4935d7dab8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2e84f-38fd-473c-8fa9-35309f7dfbc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3535800-1238-4965-97f5-4eac3b83578c}" ma:internalName="TaxCatchAll" ma:showField="CatchAllData" ma:web="db42e84f-38fd-473c-8fa9-35309f7dfb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87823-07A6-43DA-BAD5-169DEE955AE6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710b4772-9c77-4527-86d7-909c665fbf61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b42e84f-38fd-473c-8fa9-35309f7dfbc8"/>
  </ds:schemaRefs>
</ds:datastoreItem>
</file>

<file path=customXml/itemProps2.xml><?xml version="1.0" encoding="utf-8"?>
<ds:datastoreItem xmlns:ds="http://schemas.openxmlformats.org/officeDocument/2006/customXml" ds:itemID="{C042C96C-E1EE-4EB3-B2D6-3975F928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6D44B3-FDF3-40C0-A00C-371876953E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0b4772-9c77-4527-86d7-909c665fbf61"/>
    <ds:schemaRef ds:uri="db42e84f-38fd-473c-8fa9-35309f7dfb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577</Words>
  <Application>Microsoft Macintosh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Gill Sans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Qinisani Gazu</dc:creator>
  <cp:lastModifiedBy>Qinisani Gazu</cp:lastModifiedBy>
  <cp:revision>1</cp:revision>
  <dcterms:created xsi:type="dcterms:W3CDTF">2025-10-21T10:22:13Z</dcterms:created>
  <dcterms:modified xsi:type="dcterms:W3CDTF">2025-10-22T14:58:34Z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0x01010003FF34A912501B418C4FB4A3EF8B3B1D</vt:lpwstr>
  </property>
  <property fmtid="{D5CDD505-2E9C-101B-9397-08002B2CF9AE}" pid="3" name="MediaServiceImageTags">
    <vt:lpwstr/>
  </property>
</Properties>
</file>